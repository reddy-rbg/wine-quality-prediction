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61" r:id="rId2"/>
    <p:sldId id="257" r:id="rId3"/>
    <p:sldId id="258" r:id="rId4"/>
    <p:sldId id="260" r:id="rId5"/>
    <p:sldId id="259"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FDFC0-86D6-4907-880F-A0EE0E6297A6}" v="322" dt="2024-04-23T18:58:06.5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ay poreddy" userId="a76d0cce41846b4c" providerId="LiveId" clId="{9EFFDFC0-86D6-4907-880F-A0EE0E6297A6}"/>
    <pc:docChg chg="undo redo custSel addSld delSld modSld addMainMaster delMainMaster">
      <pc:chgData name="ajay poreddy" userId="a76d0cce41846b4c" providerId="LiveId" clId="{9EFFDFC0-86D6-4907-880F-A0EE0E6297A6}" dt="2024-04-23T18:58:06.563" v="3208" actId="20577"/>
      <pc:docMkLst>
        <pc:docMk/>
      </pc:docMkLst>
      <pc:sldChg chg="addSp delSp modSp del mod setBg modClrScheme addAnim setClrOvrMap chgLayout">
        <pc:chgData name="ajay poreddy" userId="a76d0cce41846b4c" providerId="LiveId" clId="{9EFFDFC0-86D6-4907-880F-A0EE0E6297A6}" dt="2024-04-23T06:16:43.247" v="709" actId="47"/>
        <pc:sldMkLst>
          <pc:docMk/>
          <pc:sldMk cId="1304522267" sldId="256"/>
        </pc:sldMkLst>
        <pc:spChg chg="mod">
          <ac:chgData name="ajay poreddy" userId="a76d0cce41846b4c" providerId="LiveId" clId="{9EFFDFC0-86D6-4907-880F-A0EE0E6297A6}" dt="2024-04-23T03:19:39.621" v="60" actId="20577"/>
          <ac:spMkLst>
            <pc:docMk/>
            <pc:sldMk cId="1304522267" sldId="256"/>
            <ac:spMk id="2" creationId="{5269390F-E8D1-775D-1261-47E1E087F1FD}"/>
          </ac:spMkLst>
        </pc:spChg>
        <pc:spChg chg="mod">
          <ac:chgData name="ajay poreddy" userId="a76d0cce41846b4c" providerId="LiveId" clId="{9EFFDFC0-86D6-4907-880F-A0EE0E6297A6}" dt="2024-04-23T03:14:32.618" v="49" actId="26606"/>
          <ac:spMkLst>
            <pc:docMk/>
            <pc:sldMk cId="1304522267" sldId="256"/>
            <ac:spMk id="3" creationId="{6E52A488-1F0A-7269-1626-8CF6C18D5C91}"/>
          </ac:spMkLst>
        </pc:spChg>
        <pc:spChg chg="add del">
          <ac:chgData name="ajay poreddy" userId="a76d0cce41846b4c" providerId="LiveId" clId="{9EFFDFC0-86D6-4907-880F-A0EE0E6297A6}" dt="2024-04-23T03:14:32.618" v="49" actId="26606"/>
          <ac:spMkLst>
            <pc:docMk/>
            <pc:sldMk cId="1304522267" sldId="256"/>
            <ac:spMk id="9" creationId="{CE3C5560-7A9C-489F-9148-18C5E1D0F0B2}"/>
          </ac:spMkLst>
        </pc:spChg>
        <pc:spChg chg="add del">
          <ac:chgData name="ajay poreddy" userId="a76d0cce41846b4c" providerId="LiveId" clId="{9EFFDFC0-86D6-4907-880F-A0EE0E6297A6}" dt="2024-04-23T03:14:32.618" v="49" actId="26606"/>
          <ac:spMkLst>
            <pc:docMk/>
            <pc:sldMk cId="1304522267" sldId="256"/>
            <ac:spMk id="11" creationId="{C5CB530E-515E-412C-9DF1-5F8FFBD6F383}"/>
          </ac:spMkLst>
        </pc:spChg>
        <pc:spChg chg="add del">
          <ac:chgData name="ajay poreddy" userId="a76d0cce41846b4c" providerId="LiveId" clId="{9EFFDFC0-86D6-4907-880F-A0EE0E6297A6}" dt="2024-04-23T03:14:32.618" v="49" actId="26606"/>
          <ac:spMkLst>
            <pc:docMk/>
            <pc:sldMk cId="1304522267" sldId="256"/>
            <ac:spMk id="13" creationId="{712D4376-A578-4FF1-94FC-245E7A6A489F}"/>
          </ac:spMkLst>
        </pc:spChg>
        <pc:spChg chg="add del">
          <ac:chgData name="ajay poreddy" userId="a76d0cce41846b4c" providerId="LiveId" clId="{9EFFDFC0-86D6-4907-880F-A0EE0E6297A6}" dt="2024-04-23T03:14:32.618" v="49" actId="26606"/>
          <ac:spMkLst>
            <pc:docMk/>
            <pc:sldMk cId="1304522267" sldId="256"/>
            <ac:spMk id="15" creationId="{AEA7509D-F04F-40CB-A0B3-EEF16499CC9F}"/>
          </ac:spMkLst>
        </pc:spChg>
        <pc:spChg chg="add">
          <ac:chgData name="ajay poreddy" userId="a76d0cce41846b4c" providerId="LiveId" clId="{9EFFDFC0-86D6-4907-880F-A0EE0E6297A6}" dt="2024-04-23T03:14:32.618" v="49" actId="26606"/>
          <ac:spMkLst>
            <pc:docMk/>
            <pc:sldMk cId="1304522267" sldId="256"/>
            <ac:spMk id="28" creationId="{0671A8AE-40A1-4631-A6B8-581AFF065482}"/>
          </ac:spMkLst>
        </pc:spChg>
        <pc:spChg chg="add">
          <ac:chgData name="ajay poreddy" userId="a76d0cce41846b4c" providerId="LiveId" clId="{9EFFDFC0-86D6-4907-880F-A0EE0E6297A6}" dt="2024-04-23T03:14:32.618" v="49" actId="26606"/>
          <ac:spMkLst>
            <pc:docMk/>
            <pc:sldMk cId="1304522267" sldId="256"/>
            <ac:spMk id="30" creationId="{A44CD100-6267-4E62-AA64-2182A3A6A1C0}"/>
          </ac:spMkLst>
        </pc:spChg>
        <pc:picChg chg="add mod ord">
          <ac:chgData name="ajay poreddy" userId="a76d0cce41846b4c" providerId="LiveId" clId="{9EFFDFC0-86D6-4907-880F-A0EE0E6297A6}" dt="2024-04-23T06:13:55.449" v="693" actId="1076"/>
          <ac:picMkLst>
            <pc:docMk/>
            <pc:sldMk cId="1304522267" sldId="256"/>
            <ac:picMk id="4" creationId="{10B9D6CE-DAAC-AEEF-DDC3-33B467930DBB}"/>
          </ac:picMkLst>
        </pc:picChg>
        <pc:picChg chg="add del">
          <ac:chgData name="ajay poreddy" userId="a76d0cce41846b4c" providerId="LiveId" clId="{9EFFDFC0-86D6-4907-880F-A0EE0E6297A6}" dt="2024-04-23T03:14:32.618" v="49" actId="26606"/>
          <ac:picMkLst>
            <pc:docMk/>
            <pc:sldMk cId="1304522267" sldId="256"/>
            <ac:picMk id="19" creationId="{508BEF50-7B1E-49A4-BC19-5F4F1D755E64}"/>
          </ac:picMkLst>
        </pc:picChg>
        <pc:picChg chg="add del">
          <ac:chgData name="ajay poreddy" userId="a76d0cce41846b4c" providerId="LiveId" clId="{9EFFDFC0-86D6-4907-880F-A0EE0E6297A6}" dt="2024-04-23T03:14:32.618" v="49" actId="26606"/>
          <ac:picMkLst>
            <pc:docMk/>
            <pc:sldMk cId="1304522267" sldId="256"/>
            <ac:picMk id="21" creationId="{3FBAD350-5664-4811-A208-657FB882D350}"/>
          </ac:picMkLst>
        </pc:picChg>
        <pc:picChg chg="add del">
          <ac:chgData name="ajay poreddy" userId="a76d0cce41846b4c" providerId="LiveId" clId="{9EFFDFC0-86D6-4907-880F-A0EE0E6297A6}" dt="2024-04-23T03:14:32.618" v="49" actId="26606"/>
          <ac:picMkLst>
            <pc:docMk/>
            <pc:sldMk cId="1304522267" sldId="256"/>
            <ac:picMk id="23" creationId="{C39ADB8F-D187-49D7-BDCF-C1B6DC727068}"/>
          </ac:picMkLst>
        </pc:picChg>
        <pc:cxnChg chg="add del">
          <ac:chgData name="ajay poreddy" userId="a76d0cce41846b4c" providerId="LiveId" clId="{9EFFDFC0-86D6-4907-880F-A0EE0E6297A6}" dt="2024-04-23T03:14:32.618" v="49" actId="26606"/>
          <ac:cxnSpMkLst>
            <pc:docMk/>
            <pc:sldMk cId="1304522267" sldId="256"/>
            <ac:cxnSpMk id="17" creationId="{56020367-4FD5-4596-8E10-C5F095CD8DBF}"/>
          </ac:cxnSpMkLst>
        </pc:cxnChg>
      </pc:sldChg>
      <pc:sldChg chg="addSp delSp modSp new mod">
        <pc:chgData name="ajay poreddy" userId="a76d0cce41846b4c" providerId="LiveId" clId="{9EFFDFC0-86D6-4907-880F-A0EE0E6297A6}" dt="2024-04-23T06:57:37.174" v="1285" actId="1076"/>
        <pc:sldMkLst>
          <pc:docMk/>
          <pc:sldMk cId="727965333" sldId="257"/>
        </pc:sldMkLst>
        <pc:spChg chg="mod">
          <ac:chgData name="ajay poreddy" userId="a76d0cce41846b4c" providerId="LiveId" clId="{9EFFDFC0-86D6-4907-880F-A0EE0E6297A6}" dt="2024-04-23T06:57:37.174" v="1285" actId="1076"/>
          <ac:spMkLst>
            <pc:docMk/>
            <pc:sldMk cId="727965333" sldId="257"/>
            <ac:spMk id="2" creationId="{1F006945-F6CA-E380-E4C0-D81242DF0368}"/>
          </ac:spMkLst>
        </pc:spChg>
        <pc:spChg chg="del mod">
          <ac:chgData name="ajay poreddy" userId="a76d0cce41846b4c" providerId="LiveId" clId="{9EFFDFC0-86D6-4907-880F-A0EE0E6297A6}" dt="2024-04-23T03:31:43.053" v="412"/>
          <ac:spMkLst>
            <pc:docMk/>
            <pc:sldMk cId="727965333" sldId="257"/>
            <ac:spMk id="3" creationId="{C8B5E4F0-BA9D-2212-15FB-41EFE05068F7}"/>
          </ac:spMkLst>
        </pc:spChg>
        <pc:spChg chg="add mod">
          <ac:chgData name="ajay poreddy" userId="a76d0cce41846b4c" providerId="LiveId" clId="{9EFFDFC0-86D6-4907-880F-A0EE0E6297A6}" dt="2024-04-23T06:56:40.701" v="1263" actId="1076"/>
          <ac:spMkLst>
            <pc:docMk/>
            <pc:sldMk cId="727965333" sldId="257"/>
            <ac:spMk id="5" creationId="{FCA2F515-A9DA-E82E-0773-C3DF208A9984}"/>
          </ac:spMkLst>
        </pc:spChg>
        <pc:spChg chg="add mod">
          <ac:chgData name="ajay poreddy" userId="a76d0cce41846b4c" providerId="LiveId" clId="{9EFFDFC0-86D6-4907-880F-A0EE0E6297A6}" dt="2024-04-23T06:57:29.550" v="1284" actId="1076"/>
          <ac:spMkLst>
            <pc:docMk/>
            <pc:sldMk cId="727965333" sldId="257"/>
            <ac:spMk id="6" creationId="{3428780C-7983-7F57-4013-CF63F525DC7A}"/>
          </ac:spMkLst>
        </pc:spChg>
        <pc:picChg chg="add mod">
          <ac:chgData name="ajay poreddy" userId="a76d0cce41846b4c" providerId="LiveId" clId="{9EFFDFC0-86D6-4907-880F-A0EE0E6297A6}" dt="2024-04-23T06:56:44.790" v="1264" actId="1076"/>
          <ac:picMkLst>
            <pc:docMk/>
            <pc:sldMk cId="727965333" sldId="257"/>
            <ac:picMk id="4" creationId="{59DE01C1-5C60-FB3D-B252-E0A0B0D501FF}"/>
          </ac:picMkLst>
        </pc:picChg>
      </pc:sldChg>
      <pc:sldChg chg="new del">
        <pc:chgData name="ajay poreddy" userId="a76d0cce41846b4c" providerId="LiveId" clId="{9EFFDFC0-86D6-4907-880F-A0EE0E6297A6}" dt="2024-04-23T03:22:59.085" v="61" actId="2696"/>
        <pc:sldMkLst>
          <pc:docMk/>
          <pc:sldMk cId="924403953" sldId="257"/>
        </pc:sldMkLst>
      </pc:sldChg>
      <pc:sldChg chg="modSp new del mod">
        <pc:chgData name="ajay poreddy" userId="a76d0cce41846b4c" providerId="LiveId" clId="{9EFFDFC0-86D6-4907-880F-A0EE0E6297A6}" dt="2024-04-23T03:24:59.808" v="96" actId="47"/>
        <pc:sldMkLst>
          <pc:docMk/>
          <pc:sldMk cId="1001711592" sldId="257"/>
        </pc:sldMkLst>
        <pc:spChg chg="mod">
          <ac:chgData name="ajay poreddy" userId="a76d0cce41846b4c" providerId="LiveId" clId="{9EFFDFC0-86D6-4907-880F-A0EE0E6297A6}" dt="2024-04-23T03:24:42.658" v="95" actId="313"/>
          <ac:spMkLst>
            <pc:docMk/>
            <pc:sldMk cId="1001711592" sldId="257"/>
            <ac:spMk id="2" creationId="{ECFFE559-C674-7102-7BD0-6CD9F2B41952}"/>
          </ac:spMkLst>
        </pc:spChg>
      </pc:sldChg>
      <pc:sldChg chg="new del">
        <pc:chgData name="ajay poreddy" userId="a76d0cce41846b4c" providerId="LiveId" clId="{9EFFDFC0-86D6-4907-880F-A0EE0E6297A6}" dt="2024-04-23T03:15:12.821" v="51" actId="2696"/>
        <pc:sldMkLst>
          <pc:docMk/>
          <pc:sldMk cId="1451677762" sldId="257"/>
        </pc:sldMkLst>
      </pc:sldChg>
      <pc:sldChg chg="addSp delSp modSp new mod">
        <pc:chgData name="ajay poreddy" userId="a76d0cce41846b4c" providerId="LiveId" clId="{9EFFDFC0-86D6-4907-880F-A0EE0E6297A6}" dt="2024-04-23T05:56:22.995" v="557" actId="20577"/>
        <pc:sldMkLst>
          <pc:docMk/>
          <pc:sldMk cId="2398342466" sldId="258"/>
        </pc:sldMkLst>
        <pc:spChg chg="mod">
          <ac:chgData name="ajay poreddy" userId="a76d0cce41846b4c" providerId="LiveId" clId="{9EFFDFC0-86D6-4907-880F-A0EE0E6297A6}" dt="2024-04-23T05:48:00.833" v="496" actId="20577"/>
          <ac:spMkLst>
            <pc:docMk/>
            <pc:sldMk cId="2398342466" sldId="258"/>
            <ac:spMk id="2" creationId="{E777F66C-2032-D4FE-EB9B-C67D6725753C}"/>
          </ac:spMkLst>
        </pc:spChg>
        <pc:spChg chg="del">
          <ac:chgData name="ajay poreddy" userId="a76d0cce41846b4c" providerId="LiveId" clId="{9EFFDFC0-86D6-4907-880F-A0EE0E6297A6}" dt="2024-04-23T05:47:17.694" v="472"/>
          <ac:spMkLst>
            <pc:docMk/>
            <pc:sldMk cId="2398342466" sldId="258"/>
            <ac:spMk id="3" creationId="{77E16B07-6277-8C66-677B-FB5F9E579860}"/>
          </ac:spMkLst>
        </pc:spChg>
        <pc:spChg chg="add del mod">
          <ac:chgData name="ajay poreddy" userId="a76d0cce41846b4c" providerId="LiveId" clId="{9EFFDFC0-86D6-4907-880F-A0EE0E6297A6}" dt="2024-04-23T05:54:39.768" v="498" actId="478"/>
          <ac:spMkLst>
            <pc:docMk/>
            <pc:sldMk cId="2398342466" sldId="258"/>
            <ac:spMk id="5" creationId="{FD7C80FF-C1B7-7899-4728-0C7BAF76299E}"/>
          </ac:spMkLst>
        </pc:spChg>
        <pc:spChg chg="add del mod">
          <ac:chgData name="ajay poreddy" userId="a76d0cce41846b4c" providerId="LiveId" clId="{9EFFDFC0-86D6-4907-880F-A0EE0E6297A6}" dt="2024-04-23T05:54:57.410" v="502"/>
          <ac:spMkLst>
            <pc:docMk/>
            <pc:sldMk cId="2398342466" sldId="258"/>
            <ac:spMk id="6" creationId="{976B9BD7-535A-5593-E0EE-98F45562A1A9}"/>
          </ac:spMkLst>
        </pc:spChg>
        <pc:spChg chg="add mod">
          <ac:chgData name="ajay poreddy" userId="a76d0cce41846b4c" providerId="LiveId" clId="{9EFFDFC0-86D6-4907-880F-A0EE0E6297A6}" dt="2024-04-23T05:56:22.995" v="557" actId="20577"/>
          <ac:spMkLst>
            <pc:docMk/>
            <pc:sldMk cId="2398342466" sldId="258"/>
            <ac:spMk id="7" creationId="{55A21197-5C9C-9BD1-7094-2C59EE2A0056}"/>
          </ac:spMkLst>
        </pc:spChg>
        <pc:picChg chg="add mod">
          <ac:chgData name="ajay poreddy" userId="a76d0cce41846b4c" providerId="LiveId" clId="{9EFFDFC0-86D6-4907-880F-A0EE0E6297A6}" dt="2024-04-23T05:54:56.156" v="500" actId="1076"/>
          <ac:picMkLst>
            <pc:docMk/>
            <pc:sldMk cId="2398342466" sldId="258"/>
            <ac:picMk id="4" creationId="{7DDE879A-985B-8050-9D6F-7152C2C11753}"/>
          </ac:picMkLst>
        </pc:picChg>
      </pc:sldChg>
      <pc:sldChg chg="add del">
        <pc:chgData name="ajay poreddy" userId="a76d0cce41846b4c" providerId="LiveId" clId="{9EFFDFC0-86D6-4907-880F-A0EE0E6297A6}" dt="2024-04-23T03:23:40.501" v="82" actId="47"/>
        <pc:sldMkLst>
          <pc:docMk/>
          <pc:sldMk cId="3588145941" sldId="258"/>
        </pc:sldMkLst>
      </pc:sldChg>
      <pc:sldChg chg="addSp delSp modSp new mod">
        <pc:chgData name="ajay poreddy" userId="a76d0cce41846b4c" providerId="LiveId" clId="{9EFFDFC0-86D6-4907-880F-A0EE0E6297A6}" dt="2024-04-23T06:40:15.267" v="833" actId="27614"/>
        <pc:sldMkLst>
          <pc:docMk/>
          <pc:sldMk cId="824851258" sldId="259"/>
        </pc:sldMkLst>
        <pc:spChg chg="mod">
          <ac:chgData name="ajay poreddy" userId="a76d0cce41846b4c" providerId="LiveId" clId="{9EFFDFC0-86D6-4907-880F-A0EE0E6297A6}" dt="2024-04-23T05:59:02.024" v="588" actId="27636"/>
          <ac:spMkLst>
            <pc:docMk/>
            <pc:sldMk cId="824851258" sldId="259"/>
            <ac:spMk id="2" creationId="{2DCFD6D4-B899-C36C-F53B-D422D16DFBF7}"/>
          </ac:spMkLst>
        </pc:spChg>
        <pc:spChg chg="del mod">
          <ac:chgData name="ajay poreddy" userId="a76d0cce41846b4c" providerId="LiveId" clId="{9EFFDFC0-86D6-4907-880F-A0EE0E6297A6}" dt="2024-04-23T05:59:22.155" v="590" actId="22"/>
          <ac:spMkLst>
            <pc:docMk/>
            <pc:sldMk cId="824851258" sldId="259"/>
            <ac:spMk id="3" creationId="{96900CFC-BCED-25AB-F811-8167A6758C70}"/>
          </ac:spMkLst>
        </pc:spChg>
        <pc:spChg chg="add mod">
          <ac:chgData name="ajay poreddy" userId="a76d0cce41846b4c" providerId="LiveId" clId="{9EFFDFC0-86D6-4907-880F-A0EE0E6297A6}" dt="2024-04-23T06:38:49.434" v="823" actId="20577"/>
          <ac:spMkLst>
            <pc:docMk/>
            <pc:sldMk cId="824851258" sldId="259"/>
            <ac:spMk id="6" creationId="{2A7B8D6F-23A2-644E-2FB3-DB614209AACB}"/>
          </ac:spMkLst>
        </pc:spChg>
        <pc:spChg chg="add mod">
          <ac:chgData name="ajay poreddy" userId="a76d0cce41846b4c" providerId="LiveId" clId="{9EFFDFC0-86D6-4907-880F-A0EE0E6297A6}" dt="2024-04-23T06:38:58.229" v="824" actId="1076"/>
          <ac:spMkLst>
            <pc:docMk/>
            <pc:sldMk cId="824851258" sldId="259"/>
            <ac:spMk id="7" creationId="{75DB6F93-BB1D-57DB-63B1-29A5120682D7}"/>
          </ac:spMkLst>
        </pc:spChg>
        <pc:spChg chg="add del mod">
          <ac:chgData name="ajay poreddy" userId="a76d0cce41846b4c" providerId="LiveId" clId="{9EFFDFC0-86D6-4907-880F-A0EE0E6297A6}" dt="2024-04-23T06:40:06.214" v="832" actId="26606"/>
          <ac:spMkLst>
            <pc:docMk/>
            <pc:sldMk cId="824851258" sldId="259"/>
            <ac:spMk id="8" creationId="{D26CCF9A-A69E-A7D0-6952-561585B7C968}"/>
          </ac:spMkLst>
        </pc:spChg>
        <pc:graphicFrameChg chg="add del">
          <ac:chgData name="ajay poreddy" userId="a76d0cce41846b4c" providerId="LiveId" clId="{9EFFDFC0-86D6-4907-880F-A0EE0E6297A6}" dt="2024-04-23T06:40:02.464" v="827" actId="26606"/>
          <ac:graphicFrameMkLst>
            <pc:docMk/>
            <pc:sldMk cId="824851258" sldId="259"/>
            <ac:graphicFrameMk id="10" creationId="{FA402D56-52E1-9E1F-3480-BB4E616A9206}"/>
          </ac:graphicFrameMkLst>
        </pc:graphicFrameChg>
        <pc:graphicFrameChg chg="add del">
          <ac:chgData name="ajay poreddy" userId="a76d0cce41846b4c" providerId="LiveId" clId="{9EFFDFC0-86D6-4907-880F-A0EE0E6297A6}" dt="2024-04-23T06:40:04.065" v="829" actId="26606"/>
          <ac:graphicFrameMkLst>
            <pc:docMk/>
            <pc:sldMk cId="824851258" sldId="259"/>
            <ac:graphicFrameMk id="12" creationId="{2DC86B0F-2B59-6D64-19EF-921781A89CCE}"/>
          </ac:graphicFrameMkLst>
        </pc:graphicFrameChg>
        <pc:graphicFrameChg chg="add del">
          <ac:chgData name="ajay poreddy" userId="a76d0cce41846b4c" providerId="LiveId" clId="{9EFFDFC0-86D6-4907-880F-A0EE0E6297A6}" dt="2024-04-23T06:40:06.206" v="831" actId="26606"/>
          <ac:graphicFrameMkLst>
            <pc:docMk/>
            <pc:sldMk cId="824851258" sldId="259"/>
            <ac:graphicFrameMk id="14" creationId="{C5F04413-06B3-FF5D-9C48-E9FF3B837B51}"/>
          </ac:graphicFrameMkLst>
        </pc:graphicFrameChg>
        <pc:graphicFrameChg chg="add">
          <ac:chgData name="ajay poreddy" userId="a76d0cce41846b4c" providerId="LiveId" clId="{9EFFDFC0-86D6-4907-880F-A0EE0E6297A6}" dt="2024-04-23T06:40:06.214" v="832" actId="26606"/>
          <ac:graphicFrameMkLst>
            <pc:docMk/>
            <pc:sldMk cId="824851258" sldId="259"/>
            <ac:graphicFrameMk id="16" creationId="{2D379020-DF22-59A1-8913-E742EA088080}"/>
          </ac:graphicFrameMkLst>
        </pc:graphicFrameChg>
        <pc:picChg chg="add mod ord">
          <ac:chgData name="ajay poreddy" userId="a76d0cce41846b4c" providerId="LiveId" clId="{9EFFDFC0-86D6-4907-880F-A0EE0E6297A6}" dt="2024-04-23T06:40:15.267" v="833" actId="27614"/>
          <ac:picMkLst>
            <pc:docMk/>
            <pc:sldMk cId="824851258" sldId="259"/>
            <ac:picMk id="5" creationId="{60D0FA39-4607-8B3E-5F03-8661186560C8}"/>
          </ac:picMkLst>
        </pc:picChg>
      </pc:sldChg>
      <pc:sldChg chg="addSp delSp modSp new mod">
        <pc:chgData name="ajay poreddy" userId="a76d0cce41846b4c" providerId="LiveId" clId="{9EFFDFC0-86D6-4907-880F-A0EE0E6297A6}" dt="2024-04-23T08:04:00.257" v="2050" actId="9405"/>
        <pc:sldMkLst>
          <pc:docMk/>
          <pc:sldMk cId="83692365" sldId="260"/>
        </pc:sldMkLst>
        <pc:spChg chg="mod">
          <ac:chgData name="ajay poreddy" userId="a76d0cce41846b4c" providerId="LiveId" clId="{9EFFDFC0-86D6-4907-880F-A0EE0E6297A6}" dt="2024-04-23T06:05:43.024" v="639" actId="1582"/>
          <ac:spMkLst>
            <pc:docMk/>
            <pc:sldMk cId="83692365" sldId="260"/>
            <ac:spMk id="2" creationId="{7BDBA9D6-A59F-3A84-97C3-79AD71DE184D}"/>
          </ac:spMkLst>
        </pc:spChg>
        <pc:spChg chg="mod">
          <ac:chgData name="ajay poreddy" userId="a76d0cce41846b4c" providerId="LiveId" clId="{9EFFDFC0-86D6-4907-880F-A0EE0E6297A6}" dt="2024-04-23T06:52:01.843" v="1262" actId="255"/>
          <ac:spMkLst>
            <pc:docMk/>
            <pc:sldMk cId="83692365" sldId="260"/>
            <ac:spMk id="3" creationId="{8E9653DB-9A10-F9D0-5830-54409C9413B2}"/>
          </ac:spMkLst>
        </pc:spChg>
        <pc:spChg chg="del">
          <ac:chgData name="ajay poreddy" userId="a76d0cce41846b4c" providerId="LiveId" clId="{9EFFDFC0-86D6-4907-880F-A0EE0E6297A6}" dt="2024-04-23T06:06:58.369" v="640"/>
          <ac:spMkLst>
            <pc:docMk/>
            <pc:sldMk cId="83692365" sldId="260"/>
            <ac:spMk id="4" creationId="{4507A4F7-910E-3081-C1FC-60F486D43122}"/>
          </ac:spMkLst>
        </pc:spChg>
        <pc:spChg chg="del">
          <ac:chgData name="ajay poreddy" userId="a76d0cce41846b4c" providerId="LiveId" clId="{9EFFDFC0-86D6-4907-880F-A0EE0E6297A6}" dt="2024-04-23T06:07:46.873" v="647" actId="21"/>
          <ac:spMkLst>
            <pc:docMk/>
            <pc:sldMk cId="83692365" sldId="260"/>
            <ac:spMk id="5" creationId="{161F9D75-3F5F-3193-9F0B-A1DA9E6932DB}"/>
          </ac:spMkLst>
        </pc:spChg>
        <pc:spChg chg="del">
          <ac:chgData name="ajay poreddy" userId="a76d0cce41846b4c" providerId="LiveId" clId="{9EFFDFC0-86D6-4907-880F-A0EE0E6297A6}" dt="2024-04-23T06:07:24.368" v="643"/>
          <ac:spMkLst>
            <pc:docMk/>
            <pc:sldMk cId="83692365" sldId="260"/>
            <ac:spMk id="6" creationId="{46F59875-7BBA-0C0E-146C-4F8D8C246DF9}"/>
          </ac:spMkLst>
        </pc:spChg>
        <pc:spChg chg="add del mod">
          <ac:chgData name="ajay poreddy" userId="a76d0cce41846b4c" providerId="LiveId" clId="{9EFFDFC0-86D6-4907-880F-A0EE0E6297A6}" dt="2024-04-23T06:22:14.829" v="732" actId="478"/>
          <ac:spMkLst>
            <pc:docMk/>
            <pc:sldMk cId="83692365" sldId="260"/>
            <ac:spMk id="9" creationId="{4F3532DD-8C25-7B8B-EC05-8CA745E665A2}"/>
          </ac:spMkLst>
        </pc:spChg>
        <pc:spChg chg="add mod">
          <ac:chgData name="ajay poreddy" userId="a76d0cce41846b4c" providerId="LiveId" clId="{9EFFDFC0-86D6-4907-880F-A0EE0E6297A6}" dt="2024-04-23T06:21:29.378" v="724"/>
          <ac:spMkLst>
            <pc:docMk/>
            <pc:sldMk cId="83692365" sldId="260"/>
            <ac:spMk id="10" creationId="{C9486FCB-3DCC-F8FA-350D-306E286D8C0B}"/>
          </ac:spMkLst>
        </pc:spChg>
        <pc:picChg chg="add mod">
          <ac:chgData name="ajay poreddy" userId="a76d0cce41846b4c" providerId="LiveId" clId="{9EFFDFC0-86D6-4907-880F-A0EE0E6297A6}" dt="2024-04-23T06:09:02.748" v="652" actId="1582"/>
          <ac:picMkLst>
            <pc:docMk/>
            <pc:sldMk cId="83692365" sldId="260"/>
            <ac:picMk id="7" creationId="{9291FD80-7085-2247-3F32-E824E88D5936}"/>
          </ac:picMkLst>
        </pc:picChg>
        <pc:picChg chg="add mod">
          <ac:chgData name="ajay poreddy" userId="a76d0cce41846b4c" providerId="LiveId" clId="{9EFFDFC0-86D6-4907-880F-A0EE0E6297A6}" dt="2024-04-23T06:09:11.345" v="654" actId="1582"/>
          <ac:picMkLst>
            <pc:docMk/>
            <pc:sldMk cId="83692365" sldId="260"/>
            <ac:picMk id="8" creationId="{7AC03763-8F9A-5381-E9AF-EA4DFEA32CCE}"/>
          </ac:picMkLst>
        </pc:picChg>
        <pc:inkChg chg="add del">
          <ac:chgData name="ajay poreddy" userId="a76d0cce41846b4c" providerId="LiveId" clId="{9EFFDFC0-86D6-4907-880F-A0EE0E6297A6}" dt="2024-04-23T06:23:28.770" v="738" actId="9405"/>
          <ac:inkMkLst>
            <pc:docMk/>
            <pc:sldMk cId="83692365" sldId="260"/>
            <ac:inkMk id="11" creationId="{2F68337A-BFBF-C8FA-A593-FF950F64EA22}"/>
          </ac:inkMkLst>
        </pc:inkChg>
        <pc:inkChg chg="add">
          <ac:chgData name="ajay poreddy" userId="a76d0cce41846b4c" providerId="LiveId" clId="{9EFFDFC0-86D6-4907-880F-A0EE0E6297A6}" dt="2024-04-23T06:23:52.325" v="739" actId="9405"/>
          <ac:inkMkLst>
            <pc:docMk/>
            <pc:sldMk cId="83692365" sldId="260"/>
            <ac:inkMk id="12" creationId="{75EAF557-C1AB-2126-97D6-D8BE8B73F761}"/>
          </ac:inkMkLst>
        </pc:inkChg>
        <pc:inkChg chg="add">
          <ac:chgData name="ajay poreddy" userId="a76d0cce41846b4c" providerId="LiveId" clId="{9EFFDFC0-86D6-4907-880F-A0EE0E6297A6}" dt="2024-04-23T06:23:53.629" v="740" actId="9405"/>
          <ac:inkMkLst>
            <pc:docMk/>
            <pc:sldMk cId="83692365" sldId="260"/>
            <ac:inkMk id="13" creationId="{BF5FFA0E-DD71-0C36-1162-376B4707BD69}"/>
          </ac:inkMkLst>
        </pc:inkChg>
        <pc:inkChg chg="add">
          <ac:chgData name="ajay poreddy" userId="a76d0cce41846b4c" providerId="LiveId" clId="{9EFFDFC0-86D6-4907-880F-A0EE0E6297A6}" dt="2024-04-23T06:23:54.806" v="741" actId="9405"/>
          <ac:inkMkLst>
            <pc:docMk/>
            <pc:sldMk cId="83692365" sldId="260"/>
            <ac:inkMk id="14" creationId="{E9972646-0C5A-39A2-EFE8-0028634C78C7}"/>
          </ac:inkMkLst>
        </pc:inkChg>
        <pc:inkChg chg="add">
          <ac:chgData name="ajay poreddy" userId="a76d0cce41846b4c" providerId="LiveId" clId="{9EFFDFC0-86D6-4907-880F-A0EE0E6297A6}" dt="2024-04-23T06:23:55.987" v="742" actId="9405"/>
          <ac:inkMkLst>
            <pc:docMk/>
            <pc:sldMk cId="83692365" sldId="260"/>
            <ac:inkMk id="15" creationId="{DD6AD6C6-1E92-F1CA-506A-988A68965561}"/>
          </ac:inkMkLst>
        </pc:inkChg>
        <pc:inkChg chg="add">
          <ac:chgData name="ajay poreddy" userId="a76d0cce41846b4c" providerId="LiveId" clId="{9EFFDFC0-86D6-4907-880F-A0EE0E6297A6}" dt="2024-04-23T06:23:58.703" v="743" actId="9405"/>
          <ac:inkMkLst>
            <pc:docMk/>
            <pc:sldMk cId="83692365" sldId="260"/>
            <ac:inkMk id="16" creationId="{7AE87F5D-4BCE-69C9-A187-A777439A3BB8}"/>
          </ac:inkMkLst>
        </pc:inkChg>
        <pc:inkChg chg="add del mod">
          <ac:chgData name="ajay poreddy" userId="a76d0cce41846b4c" providerId="LiveId" clId="{9EFFDFC0-86D6-4907-880F-A0EE0E6297A6}" dt="2024-04-23T08:03:21.107" v="2047" actId="478"/>
          <ac:inkMkLst>
            <pc:docMk/>
            <pc:sldMk cId="83692365" sldId="260"/>
            <ac:inkMk id="17" creationId="{A4C23D73-337C-5A8E-041E-6F6E66F3068D}"/>
          </ac:inkMkLst>
        </pc:inkChg>
        <pc:inkChg chg="add del">
          <ac:chgData name="ajay poreddy" userId="a76d0cce41846b4c" providerId="LiveId" clId="{9EFFDFC0-86D6-4907-880F-A0EE0E6297A6}" dt="2024-04-23T06:24:08.147" v="746" actId="9405"/>
          <ac:inkMkLst>
            <pc:docMk/>
            <pc:sldMk cId="83692365" sldId="260"/>
            <ac:inkMk id="18" creationId="{BF764860-F204-C379-EF48-8AEE2604848B}"/>
          </ac:inkMkLst>
        </pc:inkChg>
        <pc:inkChg chg="add del">
          <ac:chgData name="ajay poreddy" userId="a76d0cce41846b4c" providerId="LiveId" clId="{9EFFDFC0-86D6-4907-880F-A0EE0E6297A6}" dt="2024-04-23T06:24:15.216" v="748" actId="9405"/>
          <ac:inkMkLst>
            <pc:docMk/>
            <pc:sldMk cId="83692365" sldId="260"/>
            <ac:inkMk id="19" creationId="{C54A436F-BDF9-2CDC-A585-1BCF76927ED8}"/>
          </ac:inkMkLst>
        </pc:inkChg>
        <pc:inkChg chg="add">
          <ac:chgData name="ajay poreddy" userId="a76d0cce41846b4c" providerId="LiveId" clId="{9EFFDFC0-86D6-4907-880F-A0EE0E6297A6}" dt="2024-04-23T06:24:18.366" v="749" actId="9405"/>
          <ac:inkMkLst>
            <pc:docMk/>
            <pc:sldMk cId="83692365" sldId="260"/>
            <ac:inkMk id="20" creationId="{D735A362-B37E-344B-8AA0-729B25F269E0}"/>
          </ac:inkMkLst>
        </pc:inkChg>
        <pc:inkChg chg="add del">
          <ac:chgData name="ajay poreddy" userId="a76d0cce41846b4c" providerId="LiveId" clId="{9EFFDFC0-86D6-4907-880F-A0EE0E6297A6}" dt="2024-04-23T06:24:24.153" v="751" actId="9405"/>
          <ac:inkMkLst>
            <pc:docMk/>
            <pc:sldMk cId="83692365" sldId="260"/>
            <ac:inkMk id="21" creationId="{CB83808C-1886-40ED-9E89-20493263232F}"/>
          </ac:inkMkLst>
        </pc:inkChg>
        <pc:inkChg chg="add">
          <ac:chgData name="ajay poreddy" userId="a76d0cce41846b4c" providerId="LiveId" clId="{9EFFDFC0-86D6-4907-880F-A0EE0E6297A6}" dt="2024-04-23T06:24:28.219" v="752" actId="9405"/>
          <ac:inkMkLst>
            <pc:docMk/>
            <pc:sldMk cId="83692365" sldId="260"/>
            <ac:inkMk id="22" creationId="{FA224478-DB9E-ED68-9229-1B21801F812D}"/>
          </ac:inkMkLst>
        </pc:inkChg>
        <pc:inkChg chg="add del">
          <ac:chgData name="ajay poreddy" userId="a76d0cce41846b4c" providerId="LiveId" clId="{9EFFDFC0-86D6-4907-880F-A0EE0E6297A6}" dt="2024-04-23T08:03:52.609" v="2049"/>
          <ac:inkMkLst>
            <pc:docMk/>
            <pc:sldMk cId="83692365" sldId="260"/>
            <ac:inkMk id="23" creationId="{5602BE86-7337-8AA0-2767-20AEE5CCA804}"/>
          </ac:inkMkLst>
        </pc:inkChg>
        <pc:inkChg chg="add">
          <ac:chgData name="ajay poreddy" userId="a76d0cce41846b4c" providerId="LiveId" clId="{9EFFDFC0-86D6-4907-880F-A0EE0E6297A6}" dt="2024-04-23T08:04:00.257" v="2050" actId="9405"/>
          <ac:inkMkLst>
            <pc:docMk/>
            <pc:sldMk cId="83692365" sldId="260"/>
            <ac:inkMk id="24" creationId="{C01477A1-07F7-8676-99F1-69C48EA13292}"/>
          </ac:inkMkLst>
        </pc:inkChg>
      </pc:sldChg>
      <pc:sldChg chg="addSp delSp modSp new mod modMedia setBg addAnim delAnim modAnim setClrOvrMap">
        <pc:chgData name="ajay poreddy" userId="a76d0cce41846b4c" providerId="LiveId" clId="{9EFFDFC0-86D6-4907-880F-A0EE0E6297A6}" dt="2024-04-23T18:15:13.263" v="3202" actId="20577"/>
        <pc:sldMkLst>
          <pc:docMk/>
          <pc:sldMk cId="1986255693" sldId="261"/>
        </pc:sldMkLst>
        <pc:spChg chg="mod">
          <ac:chgData name="ajay poreddy" userId="a76d0cce41846b4c" providerId="LiveId" clId="{9EFFDFC0-86D6-4907-880F-A0EE0E6297A6}" dt="2024-04-23T18:15:13.263" v="3202" actId="20577"/>
          <ac:spMkLst>
            <pc:docMk/>
            <pc:sldMk cId="1986255693" sldId="261"/>
            <ac:spMk id="2" creationId="{ADFA68A0-4ADD-5527-CC9E-3FF9184C427E}"/>
          </ac:spMkLst>
        </pc:spChg>
        <pc:spChg chg="mod">
          <ac:chgData name="ajay poreddy" userId="a76d0cce41846b4c" providerId="LiveId" clId="{9EFFDFC0-86D6-4907-880F-A0EE0E6297A6}" dt="2024-04-23T08:23:21.586" v="2940" actId="20577"/>
          <ac:spMkLst>
            <pc:docMk/>
            <pc:sldMk cId="1986255693" sldId="261"/>
            <ac:spMk id="3" creationId="{080FA964-4A1D-9F8F-B86F-F92D23682D4E}"/>
          </ac:spMkLst>
        </pc:spChg>
        <pc:spChg chg="add del">
          <ac:chgData name="ajay poreddy" userId="a76d0cce41846b4c" providerId="LiveId" clId="{9EFFDFC0-86D6-4907-880F-A0EE0E6297A6}" dt="2024-04-23T06:16:08.699" v="704" actId="26606"/>
          <ac:spMkLst>
            <pc:docMk/>
            <pc:sldMk cId="1986255693" sldId="261"/>
            <ac:spMk id="6" creationId="{6E37B132-9C54-4236-8910-3340177AD9DB}"/>
          </ac:spMkLst>
        </pc:spChg>
        <pc:spChg chg="add del">
          <ac:chgData name="ajay poreddy" userId="a76d0cce41846b4c" providerId="LiveId" clId="{9EFFDFC0-86D6-4907-880F-A0EE0E6297A6}" dt="2024-04-23T06:16:08.699" v="704" actId="26606"/>
          <ac:spMkLst>
            <pc:docMk/>
            <pc:sldMk cId="1986255693" sldId="261"/>
            <ac:spMk id="7" creationId="{D472C551-D440-40DF-9260-BDB9AC40960A}"/>
          </ac:spMkLst>
        </pc:spChg>
        <pc:spChg chg="add del">
          <ac:chgData name="ajay poreddy" userId="a76d0cce41846b4c" providerId="LiveId" clId="{9EFFDFC0-86D6-4907-880F-A0EE0E6297A6}" dt="2024-04-23T06:14:40.227" v="698" actId="26606"/>
          <ac:spMkLst>
            <pc:docMk/>
            <pc:sldMk cId="1986255693" sldId="261"/>
            <ac:spMk id="9" creationId="{0671A8AE-40A1-4631-A6B8-581AFF065482}"/>
          </ac:spMkLst>
        </pc:spChg>
        <pc:spChg chg="add del">
          <ac:chgData name="ajay poreddy" userId="a76d0cce41846b4c" providerId="LiveId" clId="{9EFFDFC0-86D6-4907-880F-A0EE0E6297A6}" dt="2024-04-23T06:14:40.227" v="698" actId="26606"/>
          <ac:spMkLst>
            <pc:docMk/>
            <pc:sldMk cId="1986255693" sldId="261"/>
            <ac:spMk id="11" creationId="{A44CD100-6267-4E62-AA64-2182A3A6A1C0}"/>
          </ac:spMkLst>
        </pc:spChg>
        <pc:spChg chg="add del">
          <ac:chgData name="ajay poreddy" userId="a76d0cce41846b4c" providerId="LiveId" clId="{9EFFDFC0-86D6-4907-880F-A0EE0E6297A6}" dt="2024-04-23T06:16:08.699" v="704" actId="26606"/>
          <ac:spMkLst>
            <pc:docMk/>
            <pc:sldMk cId="1986255693" sldId="261"/>
            <ac:spMk id="15" creationId="{508BEF50-7B1E-49A4-BC19-5F4F1D755E64}"/>
          </ac:spMkLst>
        </pc:spChg>
        <pc:spChg chg="add del">
          <ac:chgData name="ajay poreddy" userId="a76d0cce41846b4c" providerId="LiveId" clId="{9EFFDFC0-86D6-4907-880F-A0EE0E6297A6}" dt="2024-04-23T06:16:08.699" v="704" actId="26606"/>
          <ac:spMkLst>
            <pc:docMk/>
            <pc:sldMk cId="1986255693" sldId="261"/>
            <ac:spMk id="17" creationId="{3FBAD350-5664-4811-A208-657FB882D350}"/>
          </ac:spMkLst>
        </pc:spChg>
        <pc:spChg chg="add del">
          <ac:chgData name="ajay poreddy" userId="a76d0cce41846b4c" providerId="LiveId" clId="{9EFFDFC0-86D6-4907-880F-A0EE0E6297A6}" dt="2024-04-23T06:16:08.699" v="704" actId="26606"/>
          <ac:spMkLst>
            <pc:docMk/>
            <pc:sldMk cId="1986255693" sldId="261"/>
            <ac:spMk id="19" creationId="{C39ADB8F-D187-49D7-BDCF-C1B6DC727068}"/>
          </ac:spMkLst>
        </pc:spChg>
        <pc:spChg chg="add del">
          <ac:chgData name="ajay poreddy" userId="a76d0cce41846b4c" providerId="LiveId" clId="{9EFFDFC0-86D6-4907-880F-A0EE0E6297A6}" dt="2024-04-23T06:16:08.676" v="703" actId="26606"/>
          <ac:spMkLst>
            <pc:docMk/>
            <pc:sldMk cId="1986255693" sldId="261"/>
            <ac:spMk id="24" creationId="{3F672E71-4896-412C-9C70-888CBA0C2F28}"/>
          </ac:spMkLst>
        </pc:spChg>
        <pc:spChg chg="add del">
          <ac:chgData name="ajay poreddy" userId="a76d0cce41846b4c" providerId="LiveId" clId="{9EFFDFC0-86D6-4907-880F-A0EE0E6297A6}" dt="2024-04-23T06:16:08.676" v="703" actId="26606"/>
          <ac:spMkLst>
            <pc:docMk/>
            <pc:sldMk cId="1986255693" sldId="261"/>
            <ac:spMk id="26" creationId="{24FAD405-B1A3-4548-AF6F-946AAC4D32B2}"/>
          </ac:spMkLst>
        </pc:spChg>
        <pc:spChg chg="add del">
          <ac:chgData name="ajay poreddy" userId="a76d0cce41846b4c" providerId="LiveId" clId="{9EFFDFC0-86D6-4907-880F-A0EE0E6297A6}" dt="2024-04-23T06:16:08.676" v="703" actId="26606"/>
          <ac:spMkLst>
            <pc:docMk/>
            <pc:sldMk cId="1986255693" sldId="261"/>
            <ac:spMk id="28" creationId="{508BEF50-7B1E-49A4-BC19-5F4F1D755E64}"/>
          </ac:spMkLst>
        </pc:spChg>
        <pc:spChg chg="add del">
          <ac:chgData name="ajay poreddy" userId="a76d0cce41846b4c" providerId="LiveId" clId="{9EFFDFC0-86D6-4907-880F-A0EE0E6297A6}" dt="2024-04-23T06:16:08.676" v="703" actId="26606"/>
          <ac:spMkLst>
            <pc:docMk/>
            <pc:sldMk cId="1986255693" sldId="261"/>
            <ac:spMk id="30" creationId="{3FBAD350-5664-4811-A208-657FB882D350}"/>
          </ac:spMkLst>
        </pc:spChg>
        <pc:spChg chg="add del">
          <ac:chgData name="ajay poreddy" userId="a76d0cce41846b4c" providerId="LiveId" clId="{9EFFDFC0-86D6-4907-880F-A0EE0E6297A6}" dt="2024-04-23T06:17:39.792" v="718" actId="26606"/>
          <ac:spMkLst>
            <pc:docMk/>
            <pc:sldMk cId="1986255693" sldId="261"/>
            <ac:spMk id="32" creationId="{D5B012D8-7F27-4758-9AC6-C889B154BD73}"/>
          </ac:spMkLst>
        </pc:spChg>
        <pc:spChg chg="add del">
          <ac:chgData name="ajay poreddy" userId="a76d0cce41846b4c" providerId="LiveId" clId="{9EFFDFC0-86D6-4907-880F-A0EE0E6297A6}" dt="2024-04-23T06:17:39.792" v="718" actId="26606"/>
          <ac:spMkLst>
            <pc:docMk/>
            <pc:sldMk cId="1986255693" sldId="261"/>
            <ac:spMk id="33" creationId="{4063B759-00FC-46D1-9898-8E8625268FAF}"/>
          </ac:spMkLst>
        </pc:spChg>
        <pc:spChg chg="add del">
          <ac:chgData name="ajay poreddy" userId="a76d0cce41846b4c" providerId="LiveId" clId="{9EFFDFC0-86D6-4907-880F-A0EE0E6297A6}" dt="2024-04-23T06:17:08.653" v="711" actId="26606"/>
          <ac:spMkLst>
            <pc:docMk/>
            <pc:sldMk cId="1986255693" sldId="261"/>
            <ac:spMk id="38" creationId="{C17278C5-34E8-4293-BE47-73B18483AF7B}"/>
          </ac:spMkLst>
        </pc:spChg>
        <pc:spChg chg="add del">
          <ac:chgData name="ajay poreddy" userId="a76d0cce41846b4c" providerId="LiveId" clId="{9EFFDFC0-86D6-4907-880F-A0EE0E6297A6}" dt="2024-04-23T06:17:08.653" v="711" actId="26606"/>
          <ac:spMkLst>
            <pc:docMk/>
            <pc:sldMk cId="1986255693" sldId="261"/>
            <ac:spMk id="40" creationId="{9A3F5928-D955-456A-97B5-AA390B8CE9D5}"/>
          </ac:spMkLst>
        </pc:spChg>
        <pc:spChg chg="add del">
          <ac:chgData name="ajay poreddy" userId="a76d0cce41846b4c" providerId="LiveId" clId="{9EFFDFC0-86D6-4907-880F-A0EE0E6297A6}" dt="2024-04-23T06:17:08.653" v="711" actId="26606"/>
          <ac:spMkLst>
            <pc:docMk/>
            <pc:sldMk cId="1986255693" sldId="261"/>
            <ac:spMk id="44" creationId="{C5CB530E-515E-412C-9DF1-5F8FFBD6F383}"/>
          </ac:spMkLst>
        </pc:spChg>
        <pc:spChg chg="add del">
          <ac:chgData name="ajay poreddy" userId="a76d0cce41846b4c" providerId="LiveId" clId="{9EFFDFC0-86D6-4907-880F-A0EE0E6297A6}" dt="2024-04-23T06:17:08.653" v="711" actId="26606"/>
          <ac:spMkLst>
            <pc:docMk/>
            <pc:sldMk cId="1986255693" sldId="261"/>
            <ac:spMk id="46" creationId="{712D4376-A578-4FF1-94FC-245E7A6A489F}"/>
          </ac:spMkLst>
        </pc:spChg>
        <pc:spChg chg="add del">
          <ac:chgData name="ajay poreddy" userId="a76d0cce41846b4c" providerId="LiveId" clId="{9EFFDFC0-86D6-4907-880F-A0EE0E6297A6}" dt="2024-04-23T06:17:08.653" v="711" actId="26606"/>
          <ac:spMkLst>
            <pc:docMk/>
            <pc:sldMk cId="1986255693" sldId="261"/>
            <ac:spMk id="48" creationId="{AEA7509D-F04F-40CB-A0B3-EEF16499CC9F}"/>
          </ac:spMkLst>
        </pc:spChg>
        <pc:spChg chg="add del">
          <ac:chgData name="ajay poreddy" userId="a76d0cce41846b4c" providerId="LiveId" clId="{9EFFDFC0-86D6-4907-880F-A0EE0E6297A6}" dt="2024-04-23T06:17:13.009" v="713" actId="26606"/>
          <ac:spMkLst>
            <pc:docMk/>
            <pc:sldMk cId="1986255693" sldId="261"/>
            <ac:spMk id="50" creationId="{3F672E71-4896-412C-9C70-888CBA0C2F28}"/>
          </ac:spMkLst>
        </pc:spChg>
        <pc:spChg chg="add del">
          <ac:chgData name="ajay poreddy" userId="a76d0cce41846b4c" providerId="LiveId" clId="{9EFFDFC0-86D6-4907-880F-A0EE0E6297A6}" dt="2024-04-23T06:17:13.009" v="713" actId="26606"/>
          <ac:spMkLst>
            <pc:docMk/>
            <pc:sldMk cId="1986255693" sldId="261"/>
            <ac:spMk id="51" creationId="{24FAD405-B1A3-4548-AF6F-946AAC4D32B2}"/>
          </ac:spMkLst>
        </pc:spChg>
        <pc:spChg chg="add del">
          <ac:chgData name="ajay poreddy" userId="a76d0cce41846b4c" providerId="LiveId" clId="{9EFFDFC0-86D6-4907-880F-A0EE0E6297A6}" dt="2024-04-23T06:17:13.009" v="713" actId="26606"/>
          <ac:spMkLst>
            <pc:docMk/>
            <pc:sldMk cId="1986255693" sldId="261"/>
            <ac:spMk id="52" creationId="{508BEF50-7B1E-49A4-BC19-5F4F1D755E64}"/>
          </ac:spMkLst>
        </pc:spChg>
        <pc:spChg chg="add del">
          <ac:chgData name="ajay poreddy" userId="a76d0cce41846b4c" providerId="LiveId" clId="{9EFFDFC0-86D6-4907-880F-A0EE0E6297A6}" dt="2024-04-23T06:17:13.009" v="713" actId="26606"/>
          <ac:spMkLst>
            <pc:docMk/>
            <pc:sldMk cId="1986255693" sldId="261"/>
            <ac:spMk id="53" creationId="{3FBAD350-5664-4811-A208-657FB882D350}"/>
          </ac:spMkLst>
        </pc:spChg>
        <pc:spChg chg="add del">
          <ac:chgData name="ajay poreddy" userId="a76d0cce41846b4c" providerId="LiveId" clId="{9EFFDFC0-86D6-4907-880F-A0EE0E6297A6}" dt="2024-04-23T06:17:16.349" v="715" actId="26606"/>
          <ac:spMkLst>
            <pc:docMk/>
            <pc:sldMk cId="1986255693" sldId="261"/>
            <ac:spMk id="55" creationId="{79C60ED7-11F7-478C-AC8E-0865FABDACBF}"/>
          </ac:spMkLst>
        </pc:spChg>
        <pc:spChg chg="add del">
          <ac:chgData name="ajay poreddy" userId="a76d0cce41846b4c" providerId="LiveId" clId="{9EFFDFC0-86D6-4907-880F-A0EE0E6297A6}" dt="2024-04-23T06:17:16.349" v="715" actId="26606"/>
          <ac:spMkLst>
            <pc:docMk/>
            <pc:sldMk cId="1986255693" sldId="261"/>
            <ac:spMk id="56" creationId="{D472C551-D440-40DF-9260-BDB9AC40960A}"/>
          </ac:spMkLst>
        </pc:spChg>
        <pc:spChg chg="add del">
          <ac:chgData name="ajay poreddy" userId="a76d0cce41846b4c" providerId="LiveId" clId="{9EFFDFC0-86D6-4907-880F-A0EE0E6297A6}" dt="2024-04-23T06:17:16.349" v="715" actId="26606"/>
          <ac:spMkLst>
            <pc:docMk/>
            <pc:sldMk cId="1986255693" sldId="261"/>
            <ac:spMk id="58" creationId="{508BEF50-7B1E-49A4-BC19-5F4F1D755E64}"/>
          </ac:spMkLst>
        </pc:spChg>
        <pc:spChg chg="add del">
          <ac:chgData name="ajay poreddy" userId="a76d0cce41846b4c" providerId="LiveId" clId="{9EFFDFC0-86D6-4907-880F-A0EE0E6297A6}" dt="2024-04-23T06:17:16.349" v="715" actId="26606"/>
          <ac:spMkLst>
            <pc:docMk/>
            <pc:sldMk cId="1986255693" sldId="261"/>
            <ac:spMk id="59" creationId="{3FBAD350-5664-4811-A208-657FB882D350}"/>
          </ac:spMkLst>
        </pc:spChg>
        <pc:spChg chg="add del">
          <ac:chgData name="ajay poreddy" userId="a76d0cce41846b4c" providerId="LiveId" clId="{9EFFDFC0-86D6-4907-880F-A0EE0E6297A6}" dt="2024-04-23T06:17:16.349" v="715" actId="26606"/>
          <ac:spMkLst>
            <pc:docMk/>
            <pc:sldMk cId="1986255693" sldId="261"/>
            <ac:spMk id="60" creationId="{C39ADB8F-D187-49D7-BDCF-C1B6DC727068}"/>
          </ac:spMkLst>
        </pc:spChg>
        <pc:spChg chg="add del">
          <ac:chgData name="ajay poreddy" userId="a76d0cce41846b4c" providerId="LiveId" clId="{9EFFDFC0-86D6-4907-880F-A0EE0E6297A6}" dt="2024-04-23T06:17:39.766" v="717" actId="26606"/>
          <ac:spMkLst>
            <pc:docMk/>
            <pc:sldMk cId="1986255693" sldId="261"/>
            <ac:spMk id="62" creationId="{CE3C5560-7A9C-489F-9148-18C5E1D0F0B2}"/>
          </ac:spMkLst>
        </pc:spChg>
        <pc:spChg chg="add del">
          <ac:chgData name="ajay poreddy" userId="a76d0cce41846b4c" providerId="LiveId" clId="{9EFFDFC0-86D6-4907-880F-A0EE0E6297A6}" dt="2024-04-23T06:17:39.766" v="717" actId="26606"/>
          <ac:spMkLst>
            <pc:docMk/>
            <pc:sldMk cId="1986255693" sldId="261"/>
            <ac:spMk id="63" creationId="{C5CB530E-515E-412C-9DF1-5F8FFBD6F383}"/>
          </ac:spMkLst>
        </pc:spChg>
        <pc:spChg chg="add del">
          <ac:chgData name="ajay poreddy" userId="a76d0cce41846b4c" providerId="LiveId" clId="{9EFFDFC0-86D6-4907-880F-A0EE0E6297A6}" dt="2024-04-23T06:17:39.766" v="717" actId="26606"/>
          <ac:spMkLst>
            <pc:docMk/>
            <pc:sldMk cId="1986255693" sldId="261"/>
            <ac:spMk id="64" creationId="{712D4376-A578-4FF1-94FC-245E7A6A489F}"/>
          </ac:spMkLst>
        </pc:spChg>
        <pc:spChg chg="add del">
          <ac:chgData name="ajay poreddy" userId="a76d0cce41846b4c" providerId="LiveId" clId="{9EFFDFC0-86D6-4907-880F-A0EE0E6297A6}" dt="2024-04-23T06:17:39.766" v="717" actId="26606"/>
          <ac:spMkLst>
            <pc:docMk/>
            <pc:sldMk cId="1986255693" sldId="261"/>
            <ac:spMk id="65" creationId="{AEA7509D-F04F-40CB-A0B3-EEF16499CC9F}"/>
          </ac:spMkLst>
        </pc:spChg>
        <pc:spChg chg="add">
          <ac:chgData name="ajay poreddy" userId="a76d0cce41846b4c" providerId="LiveId" clId="{9EFFDFC0-86D6-4907-880F-A0EE0E6297A6}" dt="2024-04-23T06:17:39.792" v="718" actId="26606"/>
          <ac:spMkLst>
            <pc:docMk/>
            <pc:sldMk cId="1986255693" sldId="261"/>
            <ac:spMk id="71" creationId="{158B3569-73B2-4D05-8E95-886A6EE17F1F}"/>
          </ac:spMkLst>
        </pc:spChg>
        <pc:spChg chg="add">
          <ac:chgData name="ajay poreddy" userId="a76d0cce41846b4c" providerId="LiveId" clId="{9EFFDFC0-86D6-4907-880F-A0EE0E6297A6}" dt="2024-04-23T06:17:39.792" v="718" actId="26606"/>
          <ac:spMkLst>
            <pc:docMk/>
            <pc:sldMk cId="1986255693" sldId="261"/>
            <ac:spMk id="72" creationId="{2D92A843-3FA1-4DFF-99F6-47FA457D7C2E}"/>
          </ac:spMkLst>
        </pc:spChg>
        <pc:spChg chg="add">
          <ac:chgData name="ajay poreddy" userId="a76d0cce41846b4c" providerId="LiveId" clId="{9EFFDFC0-86D6-4907-880F-A0EE0E6297A6}" dt="2024-04-23T06:17:39.792" v="718" actId="26606"/>
          <ac:spMkLst>
            <pc:docMk/>
            <pc:sldMk cId="1986255693" sldId="261"/>
            <ac:spMk id="73" creationId="{B71758F4-3F46-45DA-8AC5-4E508DA080BA}"/>
          </ac:spMkLst>
        </pc:spChg>
        <pc:spChg chg="add">
          <ac:chgData name="ajay poreddy" userId="a76d0cce41846b4c" providerId="LiveId" clId="{9EFFDFC0-86D6-4907-880F-A0EE0E6297A6}" dt="2024-04-23T06:17:39.792" v="718" actId="26606"/>
          <ac:spMkLst>
            <pc:docMk/>
            <pc:sldMk cId="1986255693" sldId="261"/>
            <ac:spMk id="74" creationId="{8550FED7-7C32-42BB-98DB-30272A6331A9}"/>
          </ac:spMkLst>
        </pc:spChg>
        <pc:picChg chg="add del mod">
          <ac:chgData name="ajay poreddy" userId="a76d0cce41846b4c" providerId="LiveId" clId="{9EFFDFC0-86D6-4907-880F-A0EE0E6297A6}" dt="2024-04-23T06:14:40.227" v="698" actId="26606"/>
          <ac:picMkLst>
            <pc:docMk/>
            <pc:sldMk cId="1986255693" sldId="261"/>
            <ac:picMk id="5" creationId="{15F9502A-6C6C-9E30-43F9-56AD26FE2A9D}"/>
          </ac:picMkLst>
        </pc:picChg>
        <pc:picChg chg="add mod ord">
          <ac:chgData name="ajay poreddy" userId="a76d0cce41846b4c" providerId="LiveId" clId="{9EFFDFC0-86D6-4907-880F-A0EE0E6297A6}" dt="2024-04-23T06:17:39.792" v="718" actId="26606"/>
          <ac:picMkLst>
            <pc:docMk/>
            <pc:sldMk cId="1986255693" sldId="261"/>
            <ac:picMk id="8" creationId="{57D02CC7-1FBC-63DE-5668-E9221AA291D1}"/>
          </ac:picMkLst>
        </pc:picChg>
        <pc:picChg chg="add del">
          <ac:chgData name="ajay poreddy" userId="a76d0cce41846b4c" providerId="LiveId" clId="{9EFFDFC0-86D6-4907-880F-A0EE0E6297A6}" dt="2024-04-23T06:17:39.766" v="717" actId="26606"/>
          <ac:picMkLst>
            <pc:docMk/>
            <pc:sldMk cId="1986255693" sldId="261"/>
            <ac:picMk id="67" creationId="{508BEF50-7B1E-49A4-BC19-5F4F1D755E64}"/>
          </ac:picMkLst>
        </pc:picChg>
        <pc:picChg chg="add del">
          <ac:chgData name="ajay poreddy" userId="a76d0cce41846b4c" providerId="LiveId" clId="{9EFFDFC0-86D6-4907-880F-A0EE0E6297A6}" dt="2024-04-23T06:17:39.766" v="717" actId="26606"/>
          <ac:picMkLst>
            <pc:docMk/>
            <pc:sldMk cId="1986255693" sldId="261"/>
            <ac:picMk id="68" creationId="{3FBAD350-5664-4811-A208-657FB882D350}"/>
          </ac:picMkLst>
        </pc:picChg>
        <pc:picChg chg="add del">
          <ac:chgData name="ajay poreddy" userId="a76d0cce41846b4c" providerId="LiveId" clId="{9EFFDFC0-86D6-4907-880F-A0EE0E6297A6}" dt="2024-04-23T06:17:39.766" v="717" actId="26606"/>
          <ac:picMkLst>
            <pc:docMk/>
            <pc:sldMk cId="1986255693" sldId="261"/>
            <ac:picMk id="69" creationId="{C39ADB8F-D187-49D7-BDCF-C1B6DC727068}"/>
          </ac:picMkLst>
        </pc:picChg>
        <pc:cxnChg chg="add del">
          <ac:chgData name="ajay poreddy" userId="a76d0cce41846b4c" providerId="LiveId" clId="{9EFFDFC0-86D6-4907-880F-A0EE0E6297A6}" dt="2024-04-23T06:16:08.699" v="704" actId="26606"/>
          <ac:cxnSpMkLst>
            <pc:docMk/>
            <pc:sldMk cId="1986255693" sldId="261"/>
            <ac:cxnSpMk id="13" creationId="{56020367-4FD5-4596-8E10-C5F095CD8DBF}"/>
          </ac:cxnSpMkLst>
        </pc:cxnChg>
        <pc:cxnChg chg="add del">
          <ac:chgData name="ajay poreddy" userId="a76d0cce41846b4c" providerId="LiveId" clId="{9EFFDFC0-86D6-4907-880F-A0EE0E6297A6}" dt="2024-04-23T06:17:08.653" v="711" actId="26606"/>
          <ac:cxnSpMkLst>
            <pc:docMk/>
            <pc:sldMk cId="1986255693" sldId="261"/>
            <ac:cxnSpMk id="42" creationId="{56020367-4FD5-4596-8E10-C5F095CD8DBF}"/>
          </ac:cxnSpMkLst>
        </pc:cxnChg>
        <pc:cxnChg chg="add del">
          <ac:chgData name="ajay poreddy" userId="a76d0cce41846b4c" providerId="LiveId" clId="{9EFFDFC0-86D6-4907-880F-A0EE0E6297A6}" dt="2024-04-23T06:17:16.349" v="715" actId="26606"/>
          <ac:cxnSpMkLst>
            <pc:docMk/>
            <pc:sldMk cId="1986255693" sldId="261"/>
            <ac:cxnSpMk id="57" creationId="{56020367-4FD5-4596-8E10-C5F095CD8DBF}"/>
          </ac:cxnSpMkLst>
        </pc:cxnChg>
        <pc:cxnChg chg="add del">
          <ac:chgData name="ajay poreddy" userId="a76d0cce41846b4c" providerId="LiveId" clId="{9EFFDFC0-86D6-4907-880F-A0EE0E6297A6}" dt="2024-04-23T06:17:39.766" v="717" actId="26606"/>
          <ac:cxnSpMkLst>
            <pc:docMk/>
            <pc:sldMk cId="1986255693" sldId="261"/>
            <ac:cxnSpMk id="66" creationId="{56020367-4FD5-4596-8E10-C5F095CD8DBF}"/>
          </ac:cxnSpMkLst>
        </pc:cxnChg>
        <pc:cxnChg chg="add">
          <ac:chgData name="ajay poreddy" userId="a76d0cce41846b4c" providerId="LiveId" clId="{9EFFDFC0-86D6-4907-880F-A0EE0E6297A6}" dt="2024-04-23T06:17:39.792" v="718" actId="26606"/>
          <ac:cxnSpMkLst>
            <pc:docMk/>
            <pc:sldMk cId="1986255693" sldId="261"/>
            <ac:cxnSpMk id="75" creationId="{56020367-4FD5-4596-8E10-C5F095CD8DBF}"/>
          </ac:cxnSpMkLst>
        </pc:cxnChg>
      </pc:sldChg>
      <pc:sldChg chg="addSp delSp modSp new mod">
        <pc:chgData name="ajay poreddy" userId="a76d0cce41846b4c" providerId="LiveId" clId="{9EFFDFC0-86D6-4907-880F-A0EE0E6297A6}" dt="2024-04-23T07:06:13.158" v="1359" actId="14100"/>
        <pc:sldMkLst>
          <pc:docMk/>
          <pc:sldMk cId="989848739" sldId="262"/>
        </pc:sldMkLst>
        <pc:spChg chg="mod">
          <ac:chgData name="ajay poreddy" userId="a76d0cce41846b4c" providerId="LiveId" clId="{9EFFDFC0-86D6-4907-880F-A0EE0E6297A6}" dt="2024-04-23T06:43:17.837" v="859" actId="1076"/>
          <ac:spMkLst>
            <pc:docMk/>
            <pc:sldMk cId="989848739" sldId="262"/>
            <ac:spMk id="2" creationId="{26BA8090-F8B8-9606-5816-44F05C97EF85}"/>
          </ac:spMkLst>
        </pc:spChg>
        <pc:spChg chg="add del mod">
          <ac:chgData name="ajay poreddy" userId="a76d0cce41846b4c" providerId="LiveId" clId="{9EFFDFC0-86D6-4907-880F-A0EE0E6297A6}" dt="2024-04-23T06:43:59.897" v="862"/>
          <ac:spMkLst>
            <pc:docMk/>
            <pc:sldMk cId="989848739" sldId="262"/>
            <ac:spMk id="3" creationId="{0F011EF6-B149-D519-068F-9BDF5851F9E9}"/>
          </ac:spMkLst>
        </pc:spChg>
        <pc:spChg chg="add mod">
          <ac:chgData name="ajay poreddy" userId="a76d0cce41846b4c" providerId="LiveId" clId="{9EFFDFC0-86D6-4907-880F-A0EE0E6297A6}" dt="2024-04-23T06:50:42.108" v="1260"/>
          <ac:spMkLst>
            <pc:docMk/>
            <pc:sldMk cId="989848739" sldId="262"/>
            <ac:spMk id="5" creationId="{6FB7D904-B7C1-9574-B5D7-256ADC0C664F}"/>
          </ac:spMkLst>
        </pc:spChg>
        <pc:picChg chg="add mod">
          <ac:chgData name="ajay poreddy" userId="a76d0cce41846b4c" providerId="LiveId" clId="{9EFFDFC0-86D6-4907-880F-A0EE0E6297A6}" dt="2024-04-23T07:06:13.158" v="1359" actId="14100"/>
          <ac:picMkLst>
            <pc:docMk/>
            <pc:sldMk cId="989848739" sldId="262"/>
            <ac:picMk id="4" creationId="{09948EF6-E85E-F759-340D-8FB659994FC6}"/>
          </ac:picMkLst>
        </pc:picChg>
      </pc:sldChg>
      <pc:sldChg chg="addSp delSp modSp new mod">
        <pc:chgData name="ajay poreddy" userId="a76d0cce41846b4c" providerId="LiveId" clId="{9EFFDFC0-86D6-4907-880F-A0EE0E6297A6}" dt="2024-04-23T07:05:48.340" v="1357" actId="1582"/>
        <pc:sldMkLst>
          <pc:docMk/>
          <pc:sldMk cId="2930068346" sldId="263"/>
        </pc:sldMkLst>
        <pc:spChg chg="mod">
          <ac:chgData name="ajay poreddy" userId="a76d0cce41846b4c" providerId="LiveId" clId="{9EFFDFC0-86D6-4907-880F-A0EE0E6297A6}" dt="2024-04-23T07:00:23.516" v="1312" actId="14100"/>
          <ac:spMkLst>
            <pc:docMk/>
            <pc:sldMk cId="2930068346" sldId="263"/>
            <ac:spMk id="2" creationId="{3CA8CBA7-CB2C-A26E-9813-A2B2BC04FEC0}"/>
          </ac:spMkLst>
        </pc:spChg>
        <pc:spChg chg="del mod">
          <ac:chgData name="ajay poreddy" userId="a76d0cce41846b4c" providerId="LiveId" clId="{9EFFDFC0-86D6-4907-880F-A0EE0E6297A6}" dt="2024-04-23T07:00:39.744" v="1314"/>
          <ac:spMkLst>
            <pc:docMk/>
            <pc:sldMk cId="2930068346" sldId="263"/>
            <ac:spMk id="3" creationId="{A7857366-646C-D000-0046-E8B6FD40520D}"/>
          </ac:spMkLst>
        </pc:spChg>
        <pc:spChg chg="add mod">
          <ac:chgData name="ajay poreddy" userId="a76d0cce41846b4c" providerId="LiveId" clId="{9EFFDFC0-86D6-4907-880F-A0EE0E6297A6}" dt="2024-04-23T07:05:48.340" v="1357" actId="1582"/>
          <ac:spMkLst>
            <pc:docMk/>
            <pc:sldMk cId="2930068346" sldId="263"/>
            <ac:spMk id="5" creationId="{0A346247-1749-AE86-B73A-02A962126A7F}"/>
          </ac:spMkLst>
        </pc:spChg>
        <pc:picChg chg="add mod">
          <ac:chgData name="ajay poreddy" userId="a76d0cce41846b4c" providerId="LiveId" clId="{9EFFDFC0-86D6-4907-880F-A0EE0E6297A6}" dt="2024-04-23T07:03:32.459" v="1354" actId="1076"/>
          <ac:picMkLst>
            <pc:docMk/>
            <pc:sldMk cId="2930068346" sldId="263"/>
            <ac:picMk id="4" creationId="{1BD1BDEE-1575-B83C-6C43-C8B1C6EA79D8}"/>
          </ac:picMkLst>
        </pc:picChg>
      </pc:sldChg>
      <pc:sldChg chg="addSp delSp modSp new mod">
        <pc:chgData name="ajay poreddy" userId="a76d0cce41846b4c" providerId="LiveId" clId="{9EFFDFC0-86D6-4907-880F-A0EE0E6297A6}" dt="2024-04-23T08:28:51.676" v="2942" actId="313"/>
        <pc:sldMkLst>
          <pc:docMk/>
          <pc:sldMk cId="1446042729" sldId="264"/>
        </pc:sldMkLst>
        <pc:spChg chg="mod">
          <ac:chgData name="ajay poreddy" userId="a76d0cce41846b4c" providerId="LiveId" clId="{9EFFDFC0-86D6-4907-880F-A0EE0E6297A6}" dt="2024-04-23T07:19:54.902" v="1452" actId="1076"/>
          <ac:spMkLst>
            <pc:docMk/>
            <pc:sldMk cId="1446042729" sldId="264"/>
            <ac:spMk id="2" creationId="{C1F40A5C-225D-3049-D731-394E90601478}"/>
          </ac:spMkLst>
        </pc:spChg>
        <pc:spChg chg="del mod">
          <ac:chgData name="ajay poreddy" userId="a76d0cce41846b4c" providerId="LiveId" clId="{9EFFDFC0-86D6-4907-880F-A0EE0E6297A6}" dt="2024-04-23T07:15:53.368" v="1406" actId="478"/>
          <ac:spMkLst>
            <pc:docMk/>
            <pc:sldMk cId="1446042729" sldId="264"/>
            <ac:spMk id="3" creationId="{256FCDB9-4F30-7FC7-0D4F-34825791C594}"/>
          </ac:spMkLst>
        </pc:spChg>
        <pc:spChg chg="del mod">
          <ac:chgData name="ajay poreddy" userId="a76d0cce41846b4c" providerId="LiveId" clId="{9EFFDFC0-86D6-4907-880F-A0EE0E6297A6}" dt="2024-04-23T07:15:57.092" v="1407" actId="478"/>
          <ac:spMkLst>
            <pc:docMk/>
            <pc:sldMk cId="1446042729" sldId="264"/>
            <ac:spMk id="4" creationId="{BF1E0367-EB7F-2218-63A7-F2803E48EE4D}"/>
          </ac:spMkLst>
        </pc:spChg>
        <pc:spChg chg="add mod">
          <ac:chgData name="ajay poreddy" userId="a76d0cce41846b4c" providerId="LiveId" clId="{9EFFDFC0-86D6-4907-880F-A0EE0E6297A6}" dt="2024-04-23T07:20:00.798" v="1453" actId="1076"/>
          <ac:spMkLst>
            <pc:docMk/>
            <pc:sldMk cId="1446042729" sldId="264"/>
            <ac:spMk id="5" creationId="{CC4F9CF6-9F76-BC24-9442-D19B8965A623}"/>
          </ac:spMkLst>
        </pc:spChg>
        <pc:spChg chg="add del mod">
          <ac:chgData name="ajay poreddy" userId="a76d0cce41846b4c" providerId="LiveId" clId="{9EFFDFC0-86D6-4907-880F-A0EE0E6297A6}" dt="2024-04-23T07:21:33.672" v="1550" actId="26606"/>
          <ac:spMkLst>
            <pc:docMk/>
            <pc:sldMk cId="1446042729" sldId="264"/>
            <ac:spMk id="6" creationId="{933CADCF-19EF-A6DE-97B2-36ACAE940F0E}"/>
          </ac:spMkLst>
        </pc:spChg>
        <pc:spChg chg="add mod">
          <ac:chgData name="ajay poreddy" userId="a76d0cce41846b4c" providerId="LiveId" clId="{9EFFDFC0-86D6-4907-880F-A0EE0E6297A6}" dt="2024-04-23T07:21:10.237" v="1547" actId="113"/>
          <ac:spMkLst>
            <pc:docMk/>
            <pc:sldMk cId="1446042729" sldId="264"/>
            <ac:spMk id="7" creationId="{1D1594E1-CE04-E464-3A6F-4529B6B6F948}"/>
          </ac:spMkLst>
        </pc:spChg>
        <pc:graphicFrameChg chg="add del">
          <ac:chgData name="ajay poreddy" userId="a76d0cce41846b4c" providerId="LiveId" clId="{9EFFDFC0-86D6-4907-880F-A0EE0E6297A6}" dt="2024-04-23T07:21:33.657" v="1549" actId="26606"/>
          <ac:graphicFrameMkLst>
            <pc:docMk/>
            <pc:sldMk cId="1446042729" sldId="264"/>
            <ac:graphicFrameMk id="9" creationId="{A740DCBD-DE55-946F-B8B5-DD1829795BDB}"/>
          </ac:graphicFrameMkLst>
        </pc:graphicFrameChg>
        <pc:graphicFrameChg chg="add mod">
          <ac:chgData name="ajay poreddy" userId="a76d0cce41846b4c" providerId="LiveId" clId="{9EFFDFC0-86D6-4907-880F-A0EE0E6297A6}" dt="2024-04-23T08:28:51.676" v="2942" actId="313"/>
          <ac:graphicFrameMkLst>
            <pc:docMk/>
            <pc:sldMk cId="1446042729" sldId="264"/>
            <ac:graphicFrameMk id="11" creationId="{F58A165B-5EC7-738D-8695-444AE95F1507}"/>
          </ac:graphicFrameMkLst>
        </pc:graphicFrameChg>
      </pc:sldChg>
      <pc:sldChg chg="modSp new del mod">
        <pc:chgData name="ajay poreddy" userId="a76d0cce41846b4c" providerId="LiveId" clId="{9EFFDFC0-86D6-4907-880F-A0EE0E6297A6}" dt="2024-04-23T07:07:59.887" v="1384" actId="47"/>
        <pc:sldMkLst>
          <pc:docMk/>
          <pc:sldMk cId="2195636916" sldId="264"/>
        </pc:sldMkLst>
        <pc:spChg chg="mod">
          <ac:chgData name="ajay poreddy" userId="a76d0cce41846b4c" providerId="LiveId" clId="{9EFFDFC0-86D6-4907-880F-A0EE0E6297A6}" dt="2024-04-23T07:07:47.485" v="1382" actId="14100"/>
          <ac:spMkLst>
            <pc:docMk/>
            <pc:sldMk cId="2195636916" sldId="264"/>
            <ac:spMk id="2" creationId="{A5AE237B-0A05-8827-8231-B6345AFD1B48}"/>
          </ac:spMkLst>
        </pc:spChg>
        <pc:spChg chg="mod">
          <ac:chgData name="ajay poreddy" userId="a76d0cce41846b4c" providerId="LiveId" clId="{9EFFDFC0-86D6-4907-880F-A0EE0E6297A6}" dt="2024-04-23T07:07:51.920" v="1383" actId="14100"/>
          <ac:spMkLst>
            <pc:docMk/>
            <pc:sldMk cId="2195636916" sldId="264"/>
            <ac:spMk id="3" creationId="{C7C2F18C-8531-7DE8-FE30-FE76BAC8C133}"/>
          </ac:spMkLst>
        </pc:spChg>
      </pc:sldChg>
      <pc:sldChg chg="new del">
        <pc:chgData name="ajay poreddy" userId="a76d0cce41846b4c" providerId="LiveId" clId="{9EFFDFC0-86D6-4907-880F-A0EE0E6297A6}" dt="2024-04-23T07:22:26.501" v="1556" actId="47"/>
        <pc:sldMkLst>
          <pc:docMk/>
          <pc:sldMk cId="537920191" sldId="265"/>
        </pc:sldMkLst>
      </pc:sldChg>
      <pc:sldChg chg="addSp delSp modSp new mod setBg">
        <pc:chgData name="ajay poreddy" userId="a76d0cce41846b4c" providerId="LiveId" clId="{9EFFDFC0-86D6-4907-880F-A0EE0E6297A6}" dt="2024-04-23T08:30:33.771" v="2948" actId="20577"/>
        <pc:sldMkLst>
          <pc:docMk/>
          <pc:sldMk cId="1475734521" sldId="265"/>
        </pc:sldMkLst>
        <pc:spChg chg="mod">
          <ac:chgData name="ajay poreddy" userId="a76d0cce41846b4c" providerId="LiveId" clId="{9EFFDFC0-86D6-4907-880F-A0EE0E6297A6}" dt="2024-04-23T07:40:18.978" v="1655" actId="26606"/>
          <ac:spMkLst>
            <pc:docMk/>
            <pc:sldMk cId="1475734521" sldId="265"/>
            <ac:spMk id="2" creationId="{DDA7BD3A-861D-AEF0-E342-BC728069DF5E}"/>
          </ac:spMkLst>
        </pc:spChg>
        <pc:spChg chg="add mod">
          <ac:chgData name="ajay poreddy" userId="a76d0cce41846b4c" providerId="LiveId" clId="{9EFFDFC0-86D6-4907-880F-A0EE0E6297A6}" dt="2024-04-23T08:30:33.771" v="2948" actId="20577"/>
          <ac:spMkLst>
            <pc:docMk/>
            <pc:sldMk cId="1475734521" sldId="265"/>
            <ac:spMk id="3" creationId="{42460CB8-A4D8-D3FA-81E1-CFC7C7EEFA4B}"/>
          </ac:spMkLst>
        </pc:spChg>
        <pc:spChg chg="add del mod">
          <ac:chgData name="ajay poreddy" userId="a76d0cce41846b4c" providerId="LiveId" clId="{9EFFDFC0-86D6-4907-880F-A0EE0E6297A6}" dt="2024-04-23T07:27:16.202" v="1623"/>
          <ac:spMkLst>
            <pc:docMk/>
            <pc:sldMk cId="1475734521" sldId="265"/>
            <ac:spMk id="4" creationId="{44BEFB07-DEFC-9F0A-2E37-6C158AC155EF}"/>
          </ac:spMkLst>
        </pc:spChg>
        <pc:spChg chg="add del mod">
          <ac:chgData name="ajay poreddy" userId="a76d0cce41846b4c" providerId="LiveId" clId="{9EFFDFC0-86D6-4907-880F-A0EE0E6297A6}" dt="2024-04-23T08:29:00.512" v="2944" actId="313"/>
          <ac:spMkLst>
            <pc:docMk/>
            <pc:sldMk cId="1475734521" sldId="265"/>
            <ac:spMk id="5" creationId="{45D3B09E-C9E0-96D4-4652-9FCAA1597D93}"/>
          </ac:spMkLst>
        </pc:spChg>
        <pc:spChg chg="add del mod">
          <ac:chgData name="ajay poreddy" userId="a76d0cce41846b4c" providerId="LiveId" clId="{9EFFDFC0-86D6-4907-880F-A0EE0E6297A6}" dt="2024-04-23T07:35:06.967" v="1636"/>
          <ac:spMkLst>
            <pc:docMk/>
            <pc:sldMk cId="1475734521" sldId="265"/>
            <ac:spMk id="6" creationId="{DA39E016-FFC2-A088-F199-BAD612EA021F}"/>
          </ac:spMkLst>
        </pc:spChg>
        <pc:spChg chg="add mod">
          <ac:chgData name="ajay poreddy" userId="a76d0cce41846b4c" providerId="LiveId" clId="{9EFFDFC0-86D6-4907-880F-A0EE0E6297A6}" dt="2024-04-23T07:37:10.151" v="1648" actId="255"/>
          <ac:spMkLst>
            <pc:docMk/>
            <pc:sldMk cId="1475734521" sldId="265"/>
            <ac:spMk id="7" creationId="{3FAD0D51-1214-2C70-F86D-2203D735A74C}"/>
          </ac:spMkLst>
        </pc:spChg>
        <pc:spChg chg="add del">
          <ac:chgData name="ajay poreddy" userId="a76d0cce41846b4c" providerId="LiveId" clId="{9EFFDFC0-86D6-4907-880F-A0EE0E6297A6}" dt="2024-04-23T07:40:18.978" v="1655" actId="26606"/>
          <ac:spMkLst>
            <pc:docMk/>
            <pc:sldMk cId="1475734521" sldId="265"/>
            <ac:spMk id="11" creationId="{16AC3602-3348-4F31-9E43-076B03514ECB}"/>
          </ac:spMkLst>
        </pc:spChg>
        <pc:spChg chg="add del">
          <ac:chgData name="ajay poreddy" userId="a76d0cce41846b4c" providerId="LiveId" clId="{9EFFDFC0-86D6-4907-880F-A0EE0E6297A6}" dt="2024-04-23T07:40:18.978" v="1655" actId="26606"/>
          <ac:spMkLst>
            <pc:docMk/>
            <pc:sldMk cId="1475734521" sldId="265"/>
            <ac:spMk id="14" creationId="{394094B0-A6C9-44BE-9042-66EF0612F625}"/>
          </ac:spMkLst>
        </pc:spChg>
        <pc:spChg chg="add del">
          <ac:chgData name="ajay poreddy" userId="a76d0cce41846b4c" providerId="LiveId" clId="{9EFFDFC0-86D6-4907-880F-A0EE0E6297A6}" dt="2024-04-23T07:38:31.806" v="1650" actId="26606"/>
          <ac:spMkLst>
            <pc:docMk/>
            <pc:sldMk cId="1475734521" sldId="265"/>
            <ac:spMk id="15" creationId="{2659FDB4-FCBE-4A89-B46D-43D4FA54464D}"/>
          </ac:spMkLst>
        </pc:spChg>
        <pc:spChg chg="add del">
          <ac:chgData name="ajay poreddy" userId="a76d0cce41846b4c" providerId="LiveId" clId="{9EFFDFC0-86D6-4907-880F-A0EE0E6297A6}" dt="2024-04-23T07:40:18.978" v="1655" actId="26606"/>
          <ac:spMkLst>
            <pc:docMk/>
            <pc:sldMk cId="1475734521" sldId="265"/>
            <ac:spMk id="16" creationId="{64C2CA96-0B16-4AA7-B340-33044D238597}"/>
          </ac:spMkLst>
        </pc:spChg>
        <pc:spChg chg="add del">
          <ac:chgData name="ajay poreddy" userId="a76d0cce41846b4c" providerId="LiveId" clId="{9EFFDFC0-86D6-4907-880F-A0EE0E6297A6}" dt="2024-04-23T07:40:18.978" v="1655" actId="26606"/>
          <ac:spMkLst>
            <pc:docMk/>
            <pc:sldMk cId="1475734521" sldId="265"/>
            <ac:spMk id="18" creationId="{1D50D7A8-F1D5-4306-8A9B-DD7A73EB8BCE}"/>
          </ac:spMkLst>
        </pc:spChg>
        <pc:spChg chg="add del">
          <ac:chgData name="ajay poreddy" userId="a76d0cce41846b4c" providerId="LiveId" clId="{9EFFDFC0-86D6-4907-880F-A0EE0E6297A6}" dt="2024-04-23T07:38:31.806" v="1650" actId="26606"/>
          <ac:spMkLst>
            <pc:docMk/>
            <pc:sldMk cId="1475734521" sldId="265"/>
            <ac:spMk id="19" creationId="{58BDB0EE-D238-415B-9ED8-62AA6AB2AAD1}"/>
          </ac:spMkLst>
        </pc:spChg>
        <pc:spChg chg="add del">
          <ac:chgData name="ajay poreddy" userId="a76d0cce41846b4c" providerId="LiveId" clId="{9EFFDFC0-86D6-4907-880F-A0EE0E6297A6}" dt="2024-04-23T07:38:31.806" v="1650" actId="26606"/>
          <ac:spMkLst>
            <pc:docMk/>
            <pc:sldMk cId="1475734521" sldId="265"/>
            <ac:spMk id="21" creationId="{C5B55FC3-961D-4325-82F1-DE92B0D04E03}"/>
          </ac:spMkLst>
        </pc:spChg>
        <pc:spChg chg="add del">
          <ac:chgData name="ajay poreddy" userId="a76d0cce41846b4c" providerId="LiveId" clId="{9EFFDFC0-86D6-4907-880F-A0EE0E6297A6}" dt="2024-04-23T07:38:31.806" v="1650" actId="26606"/>
          <ac:spMkLst>
            <pc:docMk/>
            <pc:sldMk cId="1475734521" sldId="265"/>
            <ac:spMk id="23" creationId="{4C8AB332-D09E-4F28-943C-DABDD4716A3C}"/>
          </ac:spMkLst>
        </pc:spChg>
        <pc:graphicFrameChg chg="add del">
          <ac:chgData name="ajay poreddy" userId="a76d0cce41846b4c" providerId="LiveId" clId="{9EFFDFC0-86D6-4907-880F-A0EE0E6297A6}" dt="2024-04-23T07:38:31.806" v="1650" actId="26606"/>
          <ac:graphicFrameMkLst>
            <pc:docMk/>
            <pc:sldMk cId="1475734521" sldId="265"/>
            <ac:graphicFrameMk id="9" creationId="{0894CEDF-E9FB-933F-919D-982D9F577161}"/>
          </ac:graphicFrameMkLst>
        </pc:graphicFrameChg>
        <pc:graphicFrameChg chg="add del modGraphic">
          <ac:chgData name="ajay poreddy" userId="a76d0cce41846b4c" providerId="LiveId" clId="{9EFFDFC0-86D6-4907-880F-A0EE0E6297A6}" dt="2024-04-23T07:40:18.978" v="1655" actId="26606"/>
          <ac:graphicFrameMkLst>
            <pc:docMk/>
            <pc:sldMk cId="1475734521" sldId="265"/>
            <ac:graphicFrameMk id="20" creationId="{6DED2075-BF86-8410-8536-00AD2AE9B726}"/>
          </ac:graphicFrameMkLst>
        </pc:graphicFrameChg>
        <pc:cxnChg chg="add del">
          <ac:chgData name="ajay poreddy" userId="a76d0cce41846b4c" providerId="LiveId" clId="{9EFFDFC0-86D6-4907-880F-A0EE0E6297A6}" dt="2024-04-23T07:40:18.978" v="1655" actId="26606"/>
          <ac:cxnSpMkLst>
            <pc:docMk/>
            <pc:sldMk cId="1475734521" sldId="265"/>
            <ac:cxnSpMk id="10" creationId="{5C05CAAB-DBA2-4548-AD5F-01BB97FBB207}"/>
          </ac:cxnSpMkLst>
        </pc:cxnChg>
        <pc:cxnChg chg="add del">
          <ac:chgData name="ajay poreddy" userId="a76d0cce41846b4c" providerId="LiveId" clId="{9EFFDFC0-86D6-4907-880F-A0EE0E6297A6}" dt="2024-04-23T07:40:18.978" v="1655" actId="26606"/>
          <ac:cxnSpMkLst>
            <pc:docMk/>
            <pc:sldMk cId="1475734521" sldId="265"/>
            <ac:cxnSpMk id="12" creationId="{94169334-264D-4176-8BDE-037249A61B4E}"/>
          </ac:cxnSpMkLst>
        </pc:cxnChg>
        <pc:cxnChg chg="add del">
          <ac:chgData name="ajay poreddy" userId="a76d0cce41846b4c" providerId="LiveId" clId="{9EFFDFC0-86D6-4907-880F-A0EE0E6297A6}" dt="2024-04-23T07:38:31.806" v="1650" actId="26606"/>
          <ac:cxnSpMkLst>
            <pc:docMk/>
            <pc:sldMk cId="1475734521" sldId="265"/>
            <ac:cxnSpMk id="13" creationId="{5C05CAAB-DBA2-4548-AD5F-01BB97FBB207}"/>
          </ac:cxnSpMkLst>
        </pc:cxnChg>
        <pc:cxnChg chg="add del">
          <ac:chgData name="ajay poreddy" userId="a76d0cce41846b4c" providerId="LiveId" clId="{9EFFDFC0-86D6-4907-880F-A0EE0E6297A6}" dt="2024-04-23T07:38:31.806" v="1650" actId="26606"/>
          <ac:cxnSpMkLst>
            <pc:docMk/>
            <pc:sldMk cId="1475734521" sldId="265"/>
            <ac:cxnSpMk id="17" creationId="{C8F51B3F-8331-4E4A-AE96-D47B1006EEAD}"/>
          </ac:cxnSpMkLst>
        </pc:cxnChg>
      </pc:sldChg>
      <pc:sldChg chg="new del">
        <pc:chgData name="ajay poreddy" userId="a76d0cce41846b4c" providerId="LiveId" clId="{9EFFDFC0-86D6-4907-880F-A0EE0E6297A6}" dt="2024-04-23T07:22:07.439" v="1552" actId="47"/>
        <pc:sldMkLst>
          <pc:docMk/>
          <pc:sldMk cId="1863961475" sldId="265"/>
        </pc:sldMkLst>
      </pc:sldChg>
      <pc:sldChg chg="new del">
        <pc:chgData name="ajay poreddy" userId="a76d0cce41846b4c" providerId="LiveId" clId="{9EFFDFC0-86D6-4907-880F-A0EE0E6297A6}" dt="2024-04-23T07:22:19.504" v="1554" actId="47"/>
        <pc:sldMkLst>
          <pc:docMk/>
          <pc:sldMk cId="2271559998" sldId="265"/>
        </pc:sldMkLst>
      </pc:sldChg>
      <pc:sldChg chg="addSp delSp modSp new mod setBg">
        <pc:chgData name="ajay poreddy" userId="a76d0cce41846b4c" providerId="LiveId" clId="{9EFFDFC0-86D6-4907-880F-A0EE0E6297A6}" dt="2024-04-23T18:57:28.041" v="3207" actId="20577"/>
        <pc:sldMkLst>
          <pc:docMk/>
          <pc:sldMk cId="3496693973" sldId="266"/>
        </pc:sldMkLst>
        <pc:spChg chg="mod">
          <ac:chgData name="ajay poreddy" userId="a76d0cce41846b4c" providerId="LiveId" clId="{9EFFDFC0-86D6-4907-880F-A0EE0E6297A6}" dt="2024-04-23T07:57:29.778" v="1927" actId="26606"/>
          <ac:spMkLst>
            <pc:docMk/>
            <pc:sldMk cId="3496693973" sldId="266"/>
            <ac:spMk id="2" creationId="{168E3D48-117C-C2D3-943C-383409E80115}"/>
          </ac:spMkLst>
        </pc:spChg>
        <pc:spChg chg="del mod">
          <ac:chgData name="ajay poreddy" userId="a76d0cce41846b4c" providerId="LiveId" clId="{9EFFDFC0-86D6-4907-880F-A0EE0E6297A6}" dt="2024-04-23T07:47:22.682" v="1692"/>
          <ac:spMkLst>
            <pc:docMk/>
            <pc:sldMk cId="3496693973" sldId="266"/>
            <ac:spMk id="3" creationId="{A9359ECB-AAEA-7F03-0BD4-479BBFE2C95A}"/>
          </ac:spMkLst>
        </pc:spChg>
        <pc:spChg chg="add mod">
          <ac:chgData name="ajay poreddy" userId="a76d0cce41846b4c" providerId="LiveId" clId="{9EFFDFC0-86D6-4907-880F-A0EE0E6297A6}" dt="2024-04-23T07:57:29.778" v="1927" actId="26606"/>
          <ac:spMkLst>
            <pc:docMk/>
            <pc:sldMk cId="3496693973" sldId="266"/>
            <ac:spMk id="5" creationId="{3DBF5449-79A2-6E77-1B21-ABB40C6ABA25}"/>
          </ac:spMkLst>
        </pc:spChg>
        <pc:spChg chg="add mod">
          <ac:chgData name="ajay poreddy" userId="a76d0cce41846b4c" providerId="LiveId" clId="{9EFFDFC0-86D6-4907-880F-A0EE0E6297A6}" dt="2024-04-23T07:57:29.778" v="1927" actId="26606"/>
          <ac:spMkLst>
            <pc:docMk/>
            <pc:sldMk cId="3496693973" sldId="266"/>
            <ac:spMk id="6" creationId="{9826D1EF-B1D0-E6E8-E8B3-E697F32D2C57}"/>
          </ac:spMkLst>
        </pc:spChg>
        <pc:spChg chg="add mod">
          <ac:chgData name="ajay poreddy" userId="a76d0cce41846b4c" providerId="LiveId" clId="{9EFFDFC0-86D6-4907-880F-A0EE0E6297A6}" dt="2024-04-23T07:57:29.778" v="1927" actId="26606"/>
          <ac:spMkLst>
            <pc:docMk/>
            <pc:sldMk cId="3496693973" sldId="266"/>
            <ac:spMk id="7" creationId="{8046311E-F955-E906-C7FE-FD8F73B62FF2}"/>
          </ac:spMkLst>
        </pc:spChg>
        <pc:spChg chg="add mod">
          <ac:chgData name="ajay poreddy" userId="a76d0cce41846b4c" providerId="LiveId" clId="{9EFFDFC0-86D6-4907-880F-A0EE0E6297A6}" dt="2024-04-23T18:57:28.041" v="3207" actId="20577"/>
          <ac:spMkLst>
            <pc:docMk/>
            <pc:sldMk cId="3496693973" sldId="266"/>
            <ac:spMk id="8" creationId="{92F9D603-F873-0040-2A4D-BEF93C4F9C2D}"/>
          </ac:spMkLst>
        </pc:spChg>
        <pc:spChg chg="add del">
          <ac:chgData name="ajay poreddy" userId="a76d0cce41846b4c" providerId="LiveId" clId="{9EFFDFC0-86D6-4907-880F-A0EE0E6297A6}" dt="2024-04-23T07:57:29.778" v="1927" actId="26606"/>
          <ac:spMkLst>
            <pc:docMk/>
            <pc:sldMk cId="3496693973" sldId="266"/>
            <ac:spMk id="13" creationId="{16AC3602-3348-4F31-9E43-076B03514ECB}"/>
          </ac:spMkLst>
        </pc:spChg>
        <pc:spChg chg="add del">
          <ac:chgData name="ajay poreddy" userId="a76d0cce41846b4c" providerId="LiveId" clId="{9EFFDFC0-86D6-4907-880F-A0EE0E6297A6}" dt="2024-04-23T07:57:29.778" v="1927" actId="26606"/>
          <ac:spMkLst>
            <pc:docMk/>
            <pc:sldMk cId="3496693973" sldId="266"/>
            <ac:spMk id="15" creationId="{394094B0-A6C9-44BE-9042-66EF0612F625}"/>
          </ac:spMkLst>
        </pc:spChg>
        <pc:spChg chg="add del">
          <ac:chgData name="ajay poreddy" userId="a76d0cce41846b4c" providerId="LiveId" clId="{9EFFDFC0-86D6-4907-880F-A0EE0E6297A6}" dt="2024-04-23T07:57:29.778" v="1927" actId="26606"/>
          <ac:spMkLst>
            <pc:docMk/>
            <pc:sldMk cId="3496693973" sldId="266"/>
            <ac:spMk id="17" creationId="{64C2CA96-0B16-4AA7-B340-33044D238597}"/>
          </ac:spMkLst>
        </pc:spChg>
        <pc:spChg chg="add del">
          <ac:chgData name="ajay poreddy" userId="a76d0cce41846b4c" providerId="LiveId" clId="{9EFFDFC0-86D6-4907-880F-A0EE0E6297A6}" dt="2024-04-23T07:57:29.778" v="1927" actId="26606"/>
          <ac:spMkLst>
            <pc:docMk/>
            <pc:sldMk cId="3496693973" sldId="266"/>
            <ac:spMk id="21" creationId="{1D50D7A8-F1D5-4306-8A9B-DD7A73EB8BCE}"/>
          </ac:spMkLst>
        </pc:spChg>
        <pc:picChg chg="add mod">
          <ac:chgData name="ajay poreddy" userId="a76d0cce41846b4c" providerId="LiveId" clId="{9EFFDFC0-86D6-4907-880F-A0EE0E6297A6}" dt="2024-04-23T07:57:29.778" v="1927" actId="26606"/>
          <ac:picMkLst>
            <pc:docMk/>
            <pc:sldMk cId="3496693973" sldId="266"/>
            <ac:picMk id="4" creationId="{E4509BCE-456F-0C73-C871-EB4D48641251}"/>
          </ac:picMkLst>
        </pc:picChg>
        <pc:cxnChg chg="add del">
          <ac:chgData name="ajay poreddy" userId="a76d0cce41846b4c" providerId="LiveId" clId="{9EFFDFC0-86D6-4907-880F-A0EE0E6297A6}" dt="2024-04-23T07:57:29.778" v="1927" actId="26606"/>
          <ac:cxnSpMkLst>
            <pc:docMk/>
            <pc:sldMk cId="3496693973" sldId="266"/>
            <ac:cxnSpMk id="19" creationId="{94169334-264D-4176-8BDE-037249A61B4E}"/>
          </ac:cxnSpMkLst>
        </pc:cxnChg>
      </pc:sldChg>
      <pc:sldChg chg="new del">
        <pc:chgData name="ajay poreddy" userId="a76d0cce41846b4c" providerId="LiveId" clId="{9EFFDFC0-86D6-4907-880F-A0EE0E6297A6}" dt="2024-04-23T07:58:20.045" v="1929" actId="47"/>
        <pc:sldMkLst>
          <pc:docMk/>
          <pc:sldMk cId="163972210" sldId="267"/>
        </pc:sldMkLst>
      </pc:sldChg>
      <pc:sldChg chg="addSp delSp modSp new mod setBg">
        <pc:chgData name="ajay poreddy" userId="a76d0cce41846b4c" providerId="LiveId" clId="{9EFFDFC0-86D6-4907-880F-A0EE0E6297A6}" dt="2024-04-23T18:58:06.563" v="3208" actId="20577"/>
        <pc:sldMkLst>
          <pc:docMk/>
          <pc:sldMk cId="240394952" sldId="267"/>
        </pc:sldMkLst>
        <pc:spChg chg="mod">
          <ac:chgData name="ajay poreddy" userId="a76d0cce41846b4c" providerId="LiveId" clId="{9EFFDFC0-86D6-4907-880F-A0EE0E6297A6}" dt="2024-04-23T08:35:31.473" v="2980" actId="26606"/>
          <ac:spMkLst>
            <pc:docMk/>
            <pc:sldMk cId="240394952" sldId="267"/>
            <ac:spMk id="2" creationId="{4F0D4DAD-55ED-0BE0-FF44-694F2D34D358}"/>
          </ac:spMkLst>
        </pc:spChg>
        <pc:spChg chg="del">
          <ac:chgData name="ajay poreddy" userId="a76d0cce41846b4c" providerId="LiveId" clId="{9EFFDFC0-86D6-4907-880F-A0EE0E6297A6}" dt="2024-04-23T07:59:19.227" v="1944" actId="478"/>
          <ac:spMkLst>
            <pc:docMk/>
            <pc:sldMk cId="240394952" sldId="267"/>
            <ac:spMk id="3" creationId="{245206D2-B499-FD1A-2F42-B30771BB00C4}"/>
          </ac:spMkLst>
        </pc:spChg>
        <pc:spChg chg="add del mod">
          <ac:chgData name="ajay poreddy" userId="a76d0cce41846b4c" providerId="LiveId" clId="{9EFFDFC0-86D6-4907-880F-A0EE0E6297A6}" dt="2024-04-23T08:21:32.602" v="2916" actId="26606"/>
          <ac:spMkLst>
            <pc:docMk/>
            <pc:sldMk cId="240394952" sldId="267"/>
            <ac:spMk id="4" creationId="{40262428-24DF-085C-8BE3-123BCEECE688}"/>
          </ac:spMkLst>
        </pc:spChg>
        <pc:spChg chg="add del">
          <ac:chgData name="ajay poreddy" userId="a76d0cce41846b4c" providerId="LiveId" clId="{9EFFDFC0-86D6-4907-880F-A0EE0E6297A6}" dt="2024-04-23T08:21:51.991" v="2918" actId="26606"/>
          <ac:spMkLst>
            <pc:docMk/>
            <pc:sldMk cId="240394952" sldId="267"/>
            <ac:spMk id="9" creationId="{16AC3602-3348-4F31-9E43-076B03514ECB}"/>
          </ac:spMkLst>
        </pc:spChg>
        <pc:spChg chg="add del">
          <ac:chgData name="ajay poreddy" userId="a76d0cce41846b4c" providerId="LiveId" clId="{9EFFDFC0-86D6-4907-880F-A0EE0E6297A6}" dt="2024-04-23T08:20:26.231" v="2903" actId="26606"/>
          <ac:spMkLst>
            <pc:docMk/>
            <pc:sldMk cId="240394952" sldId="267"/>
            <ac:spMk id="10" creationId="{16AC3602-3348-4F31-9E43-076B03514ECB}"/>
          </ac:spMkLst>
        </pc:spChg>
        <pc:spChg chg="add del">
          <ac:chgData name="ajay poreddy" userId="a76d0cce41846b4c" providerId="LiveId" clId="{9EFFDFC0-86D6-4907-880F-A0EE0E6297A6}" dt="2024-04-23T08:21:51.991" v="2918" actId="26606"/>
          <ac:spMkLst>
            <pc:docMk/>
            <pc:sldMk cId="240394952" sldId="267"/>
            <ac:spMk id="11" creationId="{394094B0-A6C9-44BE-9042-66EF0612F625}"/>
          </ac:spMkLst>
        </pc:spChg>
        <pc:spChg chg="add del">
          <ac:chgData name="ajay poreddy" userId="a76d0cce41846b4c" providerId="LiveId" clId="{9EFFDFC0-86D6-4907-880F-A0EE0E6297A6}" dt="2024-04-23T08:21:51.991" v="2918" actId="26606"/>
          <ac:spMkLst>
            <pc:docMk/>
            <pc:sldMk cId="240394952" sldId="267"/>
            <ac:spMk id="13" creationId="{64C2CA96-0B16-4AA7-B340-33044D238597}"/>
          </ac:spMkLst>
        </pc:spChg>
        <pc:spChg chg="add del">
          <ac:chgData name="ajay poreddy" userId="a76d0cce41846b4c" providerId="LiveId" clId="{9EFFDFC0-86D6-4907-880F-A0EE0E6297A6}" dt="2024-04-23T08:20:26.231" v="2903" actId="26606"/>
          <ac:spMkLst>
            <pc:docMk/>
            <pc:sldMk cId="240394952" sldId="267"/>
            <ac:spMk id="14" creationId="{394094B0-A6C9-44BE-9042-66EF0612F625}"/>
          </ac:spMkLst>
        </pc:spChg>
        <pc:spChg chg="add del">
          <ac:chgData name="ajay poreddy" userId="a76d0cce41846b4c" providerId="LiveId" clId="{9EFFDFC0-86D6-4907-880F-A0EE0E6297A6}" dt="2024-04-23T08:20:26.231" v="2903" actId="26606"/>
          <ac:spMkLst>
            <pc:docMk/>
            <pc:sldMk cId="240394952" sldId="267"/>
            <ac:spMk id="16" creationId="{64C2CA96-0B16-4AA7-B340-33044D238597}"/>
          </ac:spMkLst>
        </pc:spChg>
        <pc:spChg chg="add del">
          <ac:chgData name="ajay poreddy" userId="a76d0cce41846b4c" providerId="LiveId" clId="{9EFFDFC0-86D6-4907-880F-A0EE0E6297A6}" dt="2024-04-23T08:21:51.991" v="2918" actId="26606"/>
          <ac:spMkLst>
            <pc:docMk/>
            <pc:sldMk cId="240394952" sldId="267"/>
            <ac:spMk id="17" creationId="{1D50D7A8-F1D5-4306-8A9B-DD7A73EB8BCE}"/>
          </ac:spMkLst>
        </pc:spChg>
        <pc:spChg chg="add del">
          <ac:chgData name="ajay poreddy" userId="a76d0cce41846b4c" providerId="LiveId" clId="{9EFFDFC0-86D6-4907-880F-A0EE0E6297A6}" dt="2024-04-23T08:20:26.231" v="2903" actId="26606"/>
          <ac:spMkLst>
            <pc:docMk/>
            <pc:sldMk cId="240394952" sldId="267"/>
            <ac:spMk id="18" creationId="{1D50D7A8-F1D5-4306-8A9B-DD7A73EB8BCE}"/>
          </ac:spMkLst>
        </pc:spChg>
        <pc:spChg chg="add del">
          <ac:chgData name="ajay poreddy" userId="a76d0cce41846b4c" providerId="LiveId" clId="{9EFFDFC0-86D6-4907-880F-A0EE0E6297A6}" dt="2024-04-23T08:35:29.413" v="2978" actId="26606"/>
          <ac:spMkLst>
            <pc:docMk/>
            <pc:sldMk cId="240394952" sldId="267"/>
            <ac:spMk id="19" creationId="{2659FDB4-FCBE-4A89-B46D-43D4FA54464D}"/>
          </ac:spMkLst>
        </pc:spChg>
        <pc:spChg chg="add del">
          <ac:chgData name="ajay poreddy" userId="a76d0cce41846b4c" providerId="LiveId" clId="{9EFFDFC0-86D6-4907-880F-A0EE0E6297A6}" dt="2024-04-23T08:20:27.350" v="2905" actId="26606"/>
          <ac:spMkLst>
            <pc:docMk/>
            <pc:sldMk cId="240394952" sldId="267"/>
            <ac:spMk id="20" creationId="{16AC3602-3348-4F31-9E43-076B03514ECB}"/>
          </ac:spMkLst>
        </pc:spChg>
        <pc:spChg chg="add del">
          <ac:chgData name="ajay poreddy" userId="a76d0cce41846b4c" providerId="LiveId" clId="{9EFFDFC0-86D6-4907-880F-A0EE0E6297A6}" dt="2024-04-23T08:20:27.350" v="2905" actId="26606"/>
          <ac:spMkLst>
            <pc:docMk/>
            <pc:sldMk cId="240394952" sldId="267"/>
            <ac:spMk id="22" creationId="{394094B0-A6C9-44BE-9042-66EF0612F625}"/>
          </ac:spMkLst>
        </pc:spChg>
        <pc:spChg chg="add del">
          <ac:chgData name="ajay poreddy" userId="a76d0cce41846b4c" providerId="LiveId" clId="{9EFFDFC0-86D6-4907-880F-A0EE0E6297A6}" dt="2024-04-23T08:20:27.350" v="2905" actId="26606"/>
          <ac:spMkLst>
            <pc:docMk/>
            <pc:sldMk cId="240394952" sldId="267"/>
            <ac:spMk id="23" creationId="{64C2CA96-0B16-4AA7-B340-33044D238597}"/>
          </ac:spMkLst>
        </pc:spChg>
        <pc:spChg chg="add del">
          <ac:chgData name="ajay poreddy" userId="a76d0cce41846b4c" providerId="LiveId" clId="{9EFFDFC0-86D6-4907-880F-A0EE0E6297A6}" dt="2024-04-23T08:20:27.350" v="2905" actId="26606"/>
          <ac:spMkLst>
            <pc:docMk/>
            <pc:sldMk cId="240394952" sldId="267"/>
            <ac:spMk id="24" creationId="{1D50D7A8-F1D5-4306-8A9B-DD7A73EB8BCE}"/>
          </ac:spMkLst>
        </pc:spChg>
        <pc:spChg chg="add del">
          <ac:chgData name="ajay poreddy" userId="a76d0cce41846b4c" providerId="LiveId" clId="{9EFFDFC0-86D6-4907-880F-A0EE0E6297A6}" dt="2024-04-23T08:20:28.559" v="2907" actId="26606"/>
          <ac:spMkLst>
            <pc:docMk/>
            <pc:sldMk cId="240394952" sldId="267"/>
            <ac:spMk id="27" creationId="{45CF0CC2-658D-4A87-9D2E-154B0ABE1BA0}"/>
          </ac:spMkLst>
        </pc:spChg>
        <pc:spChg chg="add del">
          <ac:chgData name="ajay poreddy" userId="a76d0cce41846b4c" providerId="LiveId" clId="{9EFFDFC0-86D6-4907-880F-A0EE0E6297A6}" dt="2024-04-23T08:20:28.559" v="2907" actId="26606"/>
          <ac:spMkLst>
            <pc:docMk/>
            <pc:sldMk cId="240394952" sldId="267"/>
            <ac:spMk id="28" creationId="{796C2CE2-29C3-4EBD-A8BB-82C6CC06950D}"/>
          </ac:spMkLst>
        </pc:spChg>
        <pc:spChg chg="add del">
          <ac:chgData name="ajay poreddy" userId="a76d0cce41846b4c" providerId="LiveId" clId="{9EFFDFC0-86D6-4907-880F-A0EE0E6297A6}" dt="2024-04-23T08:20:28.559" v="2907" actId="26606"/>
          <ac:spMkLst>
            <pc:docMk/>
            <pc:sldMk cId="240394952" sldId="267"/>
            <ac:spMk id="30" creationId="{6CB927A4-E432-4310-9CD5-E89FF5063179}"/>
          </ac:spMkLst>
        </pc:spChg>
        <pc:spChg chg="add del">
          <ac:chgData name="ajay poreddy" userId="a76d0cce41846b4c" providerId="LiveId" clId="{9EFFDFC0-86D6-4907-880F-A0EE0E6297A6}" dt="2024-04-23T08:20:28.559" v="2907" actId="26606"/>
          <ac:spMkLst>
            <pc:docMk/>
            <pc:sldMk cId="240394952" sldId="267"/>
            <ac:spMk id="31" creationId="{E3020543-B24B-4EC4-8FFC-8DD88EEA91A8}"/>
          </ac:spMkLst>
        </pc:spChg>
        <pc:spChg chg="add del">
          <ac:chgData name="ajay poreddy" userId="a76d0cce41846b4c" providerId="LiveId" clId="{9EFFDFC0-86D6-4907-880F-A0EE0E6297A6}" dt="2024-04-23T08:20:28.559" v="2907" actId="26606"/>
          <ac:spMkLst>
            <pc:docMk/>
            <pc:sldMk cId="240394952" sldId="267"/>
            <ac:spMk id="32" creationId="{1453BF6C-B012-48B7-B4E8-6D7AC7C27D02}"/>
          </ac:spMkLst>
        </pc:spChg>
        <pc:spChg chg="add del">
          <ac:chgData name="ajay poreddy" userId="a76d0cce41846b4c" providerId="LiveId" clId="{9EFFDFC0-86D6-4907-880F-A0EE0E6297A6}" dt="2024-04-23T08:20:28.559" v="2907" actId="26606"/>
          <ac:spMkLst>
            <pc:docMk/>
            <pc:sldMk cId="240394952" sldId="267"/>
            <ac:spMk id="34" creationId="{40262428-24DF-085C-8BE3-123BCEECE688}"/>
          </ac:spMkLst>
        </pc:spChg>
        <pc:spChg chg="add del">
          <ac:chgData name="ajay poreddy" userId="a76d0cce41846b4c" providerId="LiveId" clId="{9EFFDFC0-86D6-4907-880F-A0EE0E6297A6}" dt="2024-04-23T08:35:31.473" v="2980" actId="26606"/>
          <ac:spMkLst>
            <pc:docMk/>
            <pc:sldMk cId="240394952" sldId="267"/>
            <ac:spMk id="35" creationId="{16AC3602-3348-4F31-9E43-076B03514ECB}"/>
          </ac:spMkLst>
        </pc:spChg>
        <pc:spChg chg="add del">
          <ac:chgData name="ajay poreddy" userId="a76d0cce41846b4c" providerId="LiveId" clId="{9EFFDFC0-86D6-4907-880F-A0EE0E6297A6}" dt="2024-04-23T08:20:29.679" v="2909" actId="26606"/>
          <ac:spMkLst>
            <pc:docMk/>
            <pc:sldMk cId="240394952" sldId="267"/>
            <ac:spMk id="36" creationId="{7EE0A6B3-EB7E-45AA-ADB6-138489E0CD75}"/>
          </ac:spMkLst>
        </pc:spChg>
        <pc:spChg chg="add del">
          <ac:chgData name="ajay poreddy" userId="a76d0cce41846b4c" providerId="LiveId" clId="{9EFFDFC0-86D6-4907-880F-A0EE0E6297A6}" dt="2024-04-23T08:20:29.679" v="2909" actId="26606"/>
          <ac:spMkLst>
            <pc:docMk/>
            <pc:sldMk cId="240394952" sldId="267"/>
            <ac:spMk id="37" creationId="{0C0EA1AB-DC8C-4976-9474-9313A673D4E9}"/>
          </ac:spMkLst>
        </pc:spChg>
        <pc:spChg chg="add del">
          <ac:chgData name="ajay poreddy" userId="a76d0cce41846b4c" providerId="LiveId" clId="{9EFFDFC0-86D6-4907-880F-A0EE0E6297A6}" dt="2024-04-23T08:20:29.679" v="2909" actId="26606"/>
          <ac:spMkLst>
            <pc:docMk/>
            <pc:sldMk cId="240394952" sldId="267"/>
            <ac:spMk id="39" creationId="{6CB927A4-E432-4310-9CD5-E89FF5063179}"/>
          </ac:spMkLst>
        </pc:spChg>
        <pc:spChg chg="add del">
          <ac:chgData name="ajay poreddy" userId="a76d0cce41846b4c" providerId="LiveId" clId="{9EFFDFC0-86D6-4907-880F-A0EE0E6297A6}" dt="2024-04-23T08:20:29.679" v="2909" actId="26606"/>
          <ac:spMkLst>
            <pc:docMk/>
            <pc:sldMk cId="240394952" sldId="267"/>
            <ac:spMk id="40" creationId="{E3020543-B24B-4EC4-8FFC-8DD88EEA91A8}"/>
          </ac:spMkLst>
        </pc:spChg>
        <pc:spChg chg="add del">
          <ac:chgData name="ajay poreddy" userId="a76d0cce41846b4c" providerId="LiveId" clId="{9EFFDFC0-86D6-4907-880F-A0EE0E6297A6}" dt="2024-04-23T08:20:29.679" v="2909" actId="26606"/>
          <ac:spMkLst>
            <pc:docMk/>
            <pc:sldMk cId="240394952" sldId="267"/>
            <ac:spMk id="41" creationId="{1453BF6C-B012-48B7-B4E8-6D7AC7C27D02}"/>
          </ac:spMkLst>
        </pc:spChg>
        <pc:spChg chg="add del">
          <ac:chgData name="ajay poreddy" userId="a76d0cce41846b4c" providerId="LiveId" clId="{9EFFDFC0-86D6-4907-880F-A0EE0E6297A6}" dt="2024-04-23T08:20:29.679" v="2909" actId="26606"/>
          <ac:spMkLst>
            <pc:docMk/>
            <pc:sldMk cId="240394952" sldId="267"/>
            <ac:spMk id="43" creationId="{40262428-24DF-085C-8BE3-123BCEECE688}"/>
          </ac:spMkLst>
        </pc:spChg>
        <pc:spChg chg="add del">
          <ac:chgData name="ajay poreddy" userId="a76d0cce41846b4c" providerId="LiveId" clId="{9EFFDFC0-86D6-4907-880F-A0EE0E6297A6}" dt="2024-04-23T08:35:31.473" v="2980" actId="26606"/>
          <ac:spMkLst>
            <pc:docMk/>
            <pc:sldMk cId="240394952" sldId="267"/>
            <ac:spMk id="44" creationId="{394094B0-A6C9-44BE-9042-66EF0612F625}"/>
          </ac:spMkLst>
        </pc:spChg>
        <pc:spChg chg="add del">
          <ac:chgData name="ajay poreddy" userId="a76d0cce41846b4c" providerId="LiveId" clId="{9EFFDFC0-86D6-4907-880F-A0EE0E6297A6}" dt="2024-04-23T08:35:31.473" v="2980" actId="26606"/>
          <ac:spMkLst>
            <pc:docMk/>
            <pc:sldMk cId="240394952" sldId="267"/>
            <ac:spMk id="46" creationId="{64C2CA96-0B16-4AA7-B340-33044D238597}"/>
          </ac:spMkLst>
        </pc:spChg>
        <pc:spChg chg="add del">
          <ac:chgData name="ajay poreddy" userId="a76d0cce41846b4c" providerId="LiveId" clId="{9EFFDFC0-86D6-4907-880F-A0EE0E6297A6}" dt="2024-04-23T08:35:31.473" v="2980" actId="26606"/>
          <ac:spMkLst>
            <pc:docMk/>
            <pc:sldMk cId="240394952" sldId="267"/>
            <ac:spMk id="50" creationId="{1D50D7A8-F1D5-4306-8A9B-DD7A73EB8BCE}"/>
          </ac:spMkLst>
        </pc:spChg>
        <pc:graphicFrameChg chg="add del">
          <ac:chgData name="ajay poreddy" userId="a76d0cce41846b4c" providerId="LiveId" clId="{9EFFDFC0-86D6-4907-880F-A0EE0E6297A6}" dt="2024-04-23T08:20:26.231" v="2903" actId="26606"/>
          <ac:graphicFrameMkLst>
            <pc:docMk/>
            <pc:sldMk cId="240394952" sldId="267"/>
            <ac:graphicFrameMk id="6" creationId="{F1BE0DF8-AA26-B54A-8438-24F9686CEFCA}"/>
          </ac:graphicFrameMkLst>
        </pc:graphicFrameChg>
        <pc:graphicFrameChg chg="add mod modGraphic">
          <ac:chgData name="ajay poreddy" userId="a76d0cce41846b4c" providerId="LiveId" clId="{9EFFDFC0-86D6-4907-880F-A0EE0E6297A6}" dt="2024-04-23T18:58:06.563" v="3208" actId="20577"/>
          <ac:graphicFrameMkLst>
            <pc:docMk/>
            <pc:sldMk cId="240394952" sldId="267"/>
            <ac:graphicFrameMk id="7" creationId="{FA131740-9158-2028-9266-DC4BE7545973}"/>
          </ac:graphicFrameMkLst>
        </pc:graphicFrameChg>
        <pc:graphicFrameChg chg="add del">
          <ac:chgData name="ajay poreddy" userId="a76d0cce41846b4c" providerId="LiveId" clId="{9EFFDFC0-86D6-4907-880F-A0EE0E6297A6}" dt="2024-04-23T08:20:27.350" v="2905" actId="26606"/>
          <ac:graphicFrameMkLst>
            <pc:docMk/>
            <pc:sldMk cId="240394952" sldId="267"/>
            <ac:graphicFrameMk id="25" creationId="{4B150101-F2D0-A76D-2B57-763BEC2F7C54}"/>
          </ac:graphicFrameMkLst>
        </pc:graphicFrameChg>
        <pc:graphicFrameChg chg="add del">
          <ac:chgData name="ajay poreddy" userId="a76d0cce41846b4c" providerId="LiveId" clId="{9EFFDFC0-86D6-4907-880F-A0EE0E6297A6}" dt="2024-04-23T08:20:34.514" v="2911" actId="26606"/>
          <ac:graphicFrameMkLst>
            <pc:docMk/>
            <pc:sldMk cId="240394952" sldId="267"/>
            <ac:graphicFrameMk id="45" creationId="{23C9A137-3278-1983-DFF7-2C6C3E5C5D7F}"/>
          </ac:graphicFrameMkLst>
        </pc:graphicFrameChg>
        <pc:graphicFrameChg chg="add del">
          <ac:chgData name="ajay poreddy" userId="a76d0cce41846b4c" providerId="LiveId" clId="{9EFFDFC0-86D6-4907-880F-A0EE0E6297A6}" dt="2024-04-23T08:20:54.176" v="2913" actId="26606"/>
          <ac:graphicFrameMkLst>
            <pc:docMk/>
            <pc:sldMk cId="240394952" sldId="267"/>
            <ac:graphicFrameMk id="47" creationId="{1F229D17-DC7F-BAE4-10AD-7E4CB948C40A}"/>
          </ac:graphicFrameMkLst>
        </pc:graphicFrameChg>
        <pc:graphicFrameChg chg="add del">
          <ac:chgData name="ajay poreddy" userId="a76d0cce41846b4c" providerId="LiveId" clId="{9EFFDFC0-86D6-4907-880F-A0EE0E6297A6}" dt="2024-04-23T08:21:26.300" v="2915" actId="26606"/>
          <ac:graphicFrameMkLst>
            <pc:docMk/>
            <pc:sldMk cId="240394952" sldId="267"/>
            <ac:graphicFrameMk id="49" creationId="{23C9A137-3278-1983-DFF7-2C6C3E5C5D7F}"/>
          </ac:graphicFrameMkLst>
        </pc:graphicFrameChg>
        <pc:picChg chg="add del">
          <ac:chgData name="ajay poreddy" userId="a76d0cce41846b4c" providerId="LiveId" clId="{9EFFDFC0-86D6-4907-880F-A0EE0E6297A6}" dt="2024-04-23T08:20:28.559" v="2907" actId="26606"/>
          <ac:picMkLst>
            <pc:docMk/>
            <pc:sldMk cId="240394952" sldId="267"/>
            <ac:picMk id="29" creationId="{9BD06ED1-B53B-94BF-505F-B67CA8756544}"/>
          </ac:picMkLst>
        </pc:picChg>
        <pc:picChg chg="add del">
          <ac:chgData name="ajay poreddy" userId="a76d0cce41846b4c" providerId="LiveId" clId="{9EFFDFC0-86D6-4907-880F-A0EE0E6297A6}" dt="2024-04-23T08:20:29.679" v="2909" actId="26606"/>
          <ac:picMkLst>
            <pc:docMk/>
            <pc:sldMk cId="240394952" sldId="267"/>
            <ac:picMk id="38" creationId="{1CF2BA71-8F4B-584B-8686-6D8CB767DAED}"/>
          </ac:picMkLst>
        </pc:picChg>
        <pc:cxnChg chg="add del">
          <ac:chgData name="ajay poreddy" userId="a76d0cce41846b4c" providerId="LiveId" clId="{9EFFDFC0-86D6-4907-880F-A0EE0E6297A6}" dt="2024-04-23T08:20:26.231" v="2903" actId="26606"/>
          <ac:cxnSpMkLst>
            <pc:docMk/>
            <pc:sldMk cId="240394952" sldId="267"/>
            <ac:cxnSpMk id="12" creationId="{94169334-264D-4176-8BDE-037249A61B4E}"/>
          </ac:cxnSpMkLst>
        </pc:cxnChg>
        <pc:cxnChg chg="add del">
          <ac:chgData name="ajay poreddy" userId="a76d0cce41846b4c" providerId="LiveId" clId="{9EFFDFC0-86D6-4907-880F-A0EE0E6297A6}" dt="2024-04-23T08:21:51.991" v="2918" actId="26606"/>
          <ac:cxnSpMkLst>
            <pc:docMk/>
            <pc:sldMk cId="240394952" sldId="267"/>
            <ac:cxnSpMk id="15" creationId="{94169334-264D-4176-8BDE-037249A61B4E}"/>
          </ac:cxnSpMkLst>
        </pc:cxnChg>
        <pc:cxnChg chg="add del">
          <ac:chgData name="ajay poreddy" userId="a76d0cce41846b4c" providerId="LiveId" clId="{9EFFDFC0-86D6-4907-880F-A0EE0E6297A6}" dt="2024-04-23T08:20:27.350" v="2905" actId="26606"/>
          <ac:cxnSpMkLst>
            <pc:docMk/>
            <pc:sldMk cId="240394952" sldId="267"/>
            <ac:cxnSpMk id="21" creationId="{94169334-264D-4176-8BDE-037249A61B4E}"/>
          </ac:cxnSpMkLst>
        </pc:cxnChg>
        <pc:cxnChg chg="add del">
          <ac:chgData name="ajay poreddy" userId="a76d0cce41846b4c" providerId="LiveId" clId="{9EFFDFC0-86D6-4907-880F-A0EE0E6297A6}" dt="2024-04-23T08:35:29.413" v="2978" actId="26606"/>
          <ac:cxnSpMkLst>
            <pc:docMk/>
            <pc:sldMk cId="240394952" sldId="267"/>
            <ac:cxnSpMk id="26" creationId="{C8F51B3F-8331-4E4A-AE96-D47B1006EEAD}"/>
          </ac:cxnSpMkLst>
        </pc:cxnChg>
        <pc:cxnChg chg="add del">
          <ac:chgData name="ajay poreddy" userId="a76d0cce41846b4c" providerId="LiveId" clId="{9EFFDFC0-86D6-4907-880F-A0EE0E6297A6}" dt="2024-04-23T08:20:28.559" v="2907" actId="26606"/>
          <ac:cxnSpMkLst>
            <pc:docMk/>
            <pc:sldMk cId="240394952" sldId="267"/>
            <ac:cxnSpMk id="33" creationId="{BF76EB78-6E9D-49A9-ADC5-7BCCD6F1FD48}"/>
          </ac:cxnSpMkLst>
        </pc:cxnChg>
        <pc:cxnChg chg="add del">
          <ac:chgData name="ajay poreddy" userId="a76d0cce41846b4c" providerId="LiveId" clId="{9EFFDFC0-86D6-4907-880F-A0EE0E6297A6}" dt="2024-04-23T08:20:29.679" v="2909" actId="26606"/>
          <ac:cxnSpMkLst>
            <pc:docMk/>
            <pc:sldMk cId="240394952" sldId="267"/>
            <ac:cxnSpMk id="42" creationId="{C49DA8F6-BCC1-4447-B54C-57856834B94B}"/>
          </ac:cxnSpMkLst>
        </pc:cxnChg>
        <pc:cxnChg chg="add del">
          <ac:chgData name="ajay poreddy" userId="a76d0cce41846b4c" providerId="LiveId" clId="{9EFFDFC0-86D6-4907-880F-A0EE0E6297A6}" dt="2024-04-23T08:35:31.473" v="2980" actId="26606"/>
          <ac:cxnSpMkLst>
            <pc:docMk/>
            <pc:sldMk cId="240394952" sldId="267"/>
            <ac:cxnSpMk id="48" creationId="{94169334-264D-4176-8BDE-037249A61B4E}"/>
          </ac:cxnSpMkLst>
        </pc:cxnChg>
      </pc:sldChg>
      <pc:sldChg chg="addSp delSp modSp new mod setBg">
        <pc:chgData name="ajay poreddy" userId="a76d0cce41846b4c" providerId="LiveId" clId="{9EFFDFC0-86D6-4907-880F-A0EE0E6297A6}" dt="2024-04-23T08:36:05.637" v="2983" actId="26606"/>
        <pc:sldMkLst>
          <pc:docMk/>
          <pc:sldMk cId="1301970425" sldId="268"/>
        </pc:sldMkLst>
        <pc:spChg chg="mod">
          <ac:chgData name="ajay poreddy" userId="a76d0cce41846b4c" providerId="LiveId" clId="{9EFFDFC0-86D6-4907-880F-A0EE0E6297A6}" dt="2024-04-23T08:36:05.630" v="2982" actId="26606"/>
          <ac:spMkLst>
            <pc:docMk/>
            <pc:sldMk cId="1301970425" sldId="268"/>
            <ac:spMk id="2" creationId="{BEB19CF3-A290-A335-0545-5E3A782B4C24}"/>
          </ac:spMkLst>
        </pc:spChg>
        <pc:spChg chg="del">
          <ac:chgData name="ajay poreddy" userId="a76d0cce41846b4c" providerId="LiveId" clId="{9EFFDFC0-86D6-4907-880F-A0EE0E6297A6}" dt="2024-04-23T08:22:41.963" v="2929" actId="478"/>
          <ac:spMkLst>
            <pc:docMk/>
            <pc:sldMk cId="1301970425" sldId="268"/>
            <ac:spMk id="3" creationId="{E262D3F3-9A45-221B-F955-D32A345872F2}"/>
          </ac:spMkLst>
        </pc:spChg>
        <pc:spChg chg="add del">
          <ac:chgData name="ajay poreddy" userId="a76d0cce41846b4c" providerId="LiveId" clId="{9EFFDFC0-86D6-4907-880F-A0EE0E6297A6}" dt="2024-04-23T08:36:05.637" v="2983" actId="26606"/>
          <ac:spMkLst>
            <pc:docMk/>
            <pc:sldMk cId="1301970425" sldId="268"/>
            <ac:spMk id="9" creationId="{158B3569-73B2-4D05-8E95-886A6EE17F1F}"/>
          </ac:spMkLst>
        </pc:spChg>
        <pc:spChg chg="add del">
          <ac:chgData name="ajay poreddy" userId="a76d0cce41846b4c" providerId="LiveId" clId="{9EFFDFC0-86D6-4907-880F-A0EE0E6297A6}" dt="2024-04-23T08:36:05.637" v="2983" actId="26606"/>
          <ac:spMkLst>
            <pc:docMk/>
            <pc:sldMk cId="1301970425" sldId="268"/>
            <ac:spMk id="11" creationId="{B71758F4-3F46-45DA-8AC5-4E508DA080BA}"/>
          </ac:spMkLst>
        </pc:spChg>
        <pc:spChg chg="add del">
          <ac:chgData name="ajay poreddy" userId="a76d0cce41846b4c" providerId="LiveId" clId="{9EFFDFC0-86D6-4907-880F-A0EE0E6297A6}" dt="2024-04-23T08:36:05.637" v="2983" actId="26606"/>
          <ac:spMkLst>
            <pc:docMk/>
            <pc:sldMk cId="1301970425" sldId="268"/>
            <ac:spMk id="15" creationId="{8D61482F-F3C5-4D66-8C5D-C6BBE3E1275C}"/>
          </ac:spMkLst>
        </pc:spChg>
        <pc:spChg chg="add del">
          <ac:chgData name="ajay poreddy" userId="a76d0cce41846b4c" providerId="LiveId" clId="{9EFFDFC0-86D6-4907-880F-A0EE0E6297A6}" dt="2024-04-23T08:36:05.630" v="2982" actId="26606"/>
          <ac:spMkLst>
            <pc:docMk/>
            <pc:sldMk cId="1301970425" sldId="268"/>
            <ac:spMk id="20" creationId="{158B3569-73B2-4D05-8E95-886A6EE17F1F}"/>
          </ac:spMkLst>
        </pc:spChg>
        <pc:spChg chg="add del">
          <ac:chgData name="ajay poreddy" userId="a76d0cce41846b4c" providerId="LiveId" clId="{9EFFDFC0-86D6-4907-880F-A0EE0E6297A6}" dt="2024-04-23T08:36:05.630" v="2982" actId="26606"/>
          <ac:spMkLst>
            <pc:docMk/>
            <pc:sldMk cId="1301970425" sldId="268"/>
            <ac:spMk id="22" creationId="{B71758F4-3F46-45DA-8AC5-4E508DA080BA}"/>
          </ac:spMkLst>
        </pc:spChg>
        <pc:spChg chg="add del">
          <ac:chgData name="ajay poreddy" userId="a76d0cce41846b4c" providerId="LiveId" clId="{9EFFDFC0-86D6-4907-880F-A0EE0E6297A6}" dt="2024-04-23T08:36:05.630" v="2982" actId="26606"/>
          <ac:spMkLst>
            <pc:docMk/>
            <pc:sldMk cId="1301970425" sldId="268"/>
            <ac:spMk id="24" creationId="{8550FED7-7C32-42BB-98DB-30272A6331A9}"/>
          </ac:spMkLst>
        </pc:spChg>
        <pc:spChg chg="add del">
          <ac:chgData name="ajay poreddy" userId="a76d0cce41846b4c" providerId="LiveId" clId="{9EFFDFC0-86D6-4907-880F-A0EE0E6297A6}" dt="2024-04-23T08:36:05.630" v="2982" actId="26606"/>
          <ac:spMkLst>
            <pc:docMk/>
            <pc:sldMk cId="1301970425" sldId="268"/>
            <ac:spMk id="26" creationId="{8D61482F-F3C5-4D66-8C5D-C6BBE3E1275C}"/>
          </ac:spMkLst>
        </pc:spChg>
        <pc:spChg chg="add">
          <ac:chgData name="ajay poreddy" userId="a76d0cce41846b4c" providerId="LiveId" clId="{9EFFDFC0-86D6-4907-880F-A0EE0E6297A6}" dt="2024-04-23T08:36:05.637" v="2983" actId="26606"/>
          <ac:spMkLst>
            <pc:docMk/>
            <pc:sldMk cId="1301970425" sldId="268"/>
            <ac:spMk id="30" creationId="{158B3569-73B2-4D05-8E95-886A6EE17F1F}"/>
          </ac:spMkLst>
        </pc:spChg>
        <pc:spChg chg="add">
          <ac:chgData name="ajay poreddy" userId="a76d0cce41846b4c" providerId="LiveId" clId="{9EFFDFC0-86D6-4907-880F-A0EE0E6297A6}" dt="2024-04-23T08:36:05.637" v="2983" actId="26606"/>
          <ac:spMkLst>
            <pc:docMk/>
            <pc:sldMk cId="1301970425" sldId="268"/>
            <ac:spMk id="31" creationId="{B71758F4-3F46-45DA-8AC5-4E508DA080BA}"/>
          </ac:spMkLst>
        </pc:spChg>
        <pc:spChg chg="add">
          <ac:chgData name="ajay poreddy" userId="a76d0cce41846b4c" providerId="LiveId" clId="{9EFFDFC0-86D6-4907-880F-A0EE0E6297A6}" dt="2024-04-23T08:36:05.637" v="2983" actId="26606"/>
          <ac:spMkLst>
            <pc:docMk/>
            <pc:sldMk cId="1301970425" sldId="268"/>
            <ac:spMk id="33" creationId="{8D61482F-F3C5-4D66-8C5D-C6BBE3E1275C}"/>
          </ac:spMkLst>
        </pc:spChg>
        <pc:picChg chg="add mod">
          <ac:chgData name="ajay poreddy" userId="a76d0cce41846b4c" providerId="LiveId" clId="{9EFFDFC0-86D6-4907-880F-A0EE0E6297A6}" dt="2024-04-23T08:36:05.630" v="2982" actId="26606"/>
          <ac:picMkLst>
            <pc:docMk/>
            <pc:sldMk cId="1301970425" sldId="268"/>
            <ac:picMk id="6" creationId="{0E9FF0DB-CA3D-AC5A-BFF7-436DAA306778}"/>
          </ac:picMkLst>
        </pc:picChg>
        <pc:cxnChg chg="add del">
          <ac:chgData name="ajay poreddy" userId="a76d0cce41846b4c" providerId="LiveId" clId="{9EFFDFC0-86D6-4907-880F-A0EE0E6297A6}" dt="2024-04-23T08:36:05.637" v="2983" actId="26606"/>
          <ac:cxnSpMkLst>
            <pc:docMk/>
            <pc:sldMk cId="1301970425" sldId="268"/>
            <ac:cxnSpMk id="13" creationId="{56020367-4FD5-4596-8E10-C5F095CD8DBF}"/>
          </ac:cxnSpMkLst>
        </pc:cxnChg>
        <pc:cxnChg chg="add del">
          <ac:chgData name="ajay poreddy" userId="a76d0cce41846b4c" providerId="LiveId" clId="{9EFFDFC0-86D6-4907-880F-A0EE0E6297A6}" dt="2024-04-23T08:36:05.630" v="2982" actId="26606"/>
          <ac:cxnSpMkLst>
            <pc:docMk/>
            <pc:sldMk cId="1301970425" sldId="268"/>
            <ac:cxnSpMk id="28" creationId="{56020367-4FD5-4596-8E10-C5F095CD8DBF}"/>
          </ac:cxnSpMkLst>
        </pc:cxnChg>
        <pc:cxnChg chg="add">
          <ac:chgData name="ajay poreddy" userId="a76d0cce41846b4c" providerId="LiveId" clId="{9EFFDFC0-86D6-4907-880F-A0EE0E6297A6}" dt="2024-04-23T08:36:05.637" v="2983" actId="26606"/>
          <ac:cxnSpMkLst>
            <pc:docMk/>
            <pc:sldMk cId="1301970425" sldId="268"/>
            <ac:cxnSpMk id="32" creationId="{56020367-4FD5-4596-8E10-C5F095CD8DBF}"/>
          </ac:cxnSpMkLst>
        </pc:cxnChg>
      </pc:sldChg>
      <pc:sldMasterChg chg="del delSldLayout">
        <pc:chgData name="ajay poreddy" userId="a76d0cce41846b4c" providerId="LiveId" clId="{9EFFDFC0-86D6-4907-880F-A0EE0E6297A6}" dt="2024-04-23T03:14:01.086" v="46" actId="26606"/>
        <pc:sldMasterMkLst>
          <pc:docMk/>
          <pc:sldMasterMk cId="895575847" sldId="2147483648"/>
        </pc:sldMasterMkLst>
        <pc:sldLayoutChg chg="del">
          <pc:chgData name="ajay poreddy" userId="a76d0cce41846b4c" providerId="LiveId" clId="{9EFFDFC0-86D6-4907-880F-A0EE0E6297A6}" dt="2024-04-23T03:14:01.086" v="46" actId="26606"/>
          <pc:sldLayoutMkLst>
            <pc:docMk/>
            <pc:sldMasterMk cId="895575847" sldId="2147483648"/>
            <pc:sldLayoutMk cId="3552141232" sldId="2147483649"/>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1714204919" sldId="2147483650"/>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3444077153" sldId="2147483651"/>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2193547029" sldId="2147483652"/>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2974584470" sldId="2147483653"/>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2989192095" sldId="2147483654"/>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1481505974" sldId="2147483655"/>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3230570726" sldId="2147483656"/>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3373284426" sldId="2147483657"/>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3783546744" sldId="2147483658"/>
          </pc:sldLayoutMkLst>
        </pc:sldLayoutChg>
        <pc:sldLayoutChg chg="del">
          <pc:chgData name="ajay poreddy" userId="a76d0cce41846b4c" providerId="LiveId" clId="{9EFFDFC0-86D6-4907-880F-A0EE0E6297A6}" dt="2024-04-23T03:14:01.086" v="46" actId="26606"/>
          <pc:sldLayoutMkLst>
            <pc:docMk/>
            <pc:sldMasterMk cId="895575847" sldId="2147483648"/>
            <pc:sldLayoutMk cId="3429893693" sldId="2147483659"/>
          </pc:sldLayoutMkLst>
        </pc:sldLayoutChg>
      </pc:sldMasterChg>
      <pc:sldMasterChg chg="add addSldLayout">
        <pc:chgData name="ajay poreddy" userId="a76d0cce41846b4c" providerId="LiveId" clId="{9EFFDFC0-86D6-4907-880F-A0EE0E6297A6}" dt="2024-04-23T03:14:01.086" v="46" actId="26606"/>
        <pc:sldMasterMkLst>
          <pc:docMk/>
          <pc:sldMasterMk cId="2460576574" sldId="2147483673"/>
        </pc:sldMasterMkLst>
        <pc:sldLayoutChg chg="add">
          <pc:chgData name="ajay poreddy" userId="a76d0cce41846b4c" providerId="LiveId" clId="{9EFFDFC0-86D6-4907-880F-A0EE0E6297A6}" dt="2024-04-23T03:14:01.086" v="46" actId="26606"/>
          <pc:sldLayoutMkLst>
            <pc:docMk/>
            <pc:sldMasterMk cId="2460576574" sldId="2147483673"/>
            <pc:sldLayoutMk cId="1993432808" sldId="2147483662"/>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1772736412" sldId="2147483663"/>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1587167666" sldId="2147483664"/>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3697682785" sldId="2147483665"/>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2374374398" sldId="2147483666"/>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1636411135" sldId="2147483667"/>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3515719015" sldId="2147483668"/>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200762572" sldId="2147483669"/>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230445151" sldId="2147483670"/>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2464846776" sldId="2147483671"/>
          </pc:sldLayoutMkLst>
        </pc:sldLayoutChg>
        <pc:sldLayoutChg chg="add">
          <pc:chgData name="ajay poreddy" userId="a76d0cce41846b4c" providerId="LiveId" clId="{9EFFDFC0-86D6-4907-880F-A0EE0E6297A6}" dt="2024-04-23T03:14:01.086" v="46" actId="26606"/>
          <pc:sldLayoutMkLst>
            <pc:docMk/>
            <pc:sldMasterMk cId="2460576574" sldId="2147483673"/>
            <pc:sldLayoutMk cId="3137594875" sldId="2147483672"/>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7F8F3-9494-475B-BF5F-6A8EDB3D569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D1E9425-88AA-4CFA-8DCF-6501F14F9538}">
      <dgm:prSet/>
      <dgm:spPr/>
      <dgm:t>
        <a:bodyPr/>
        <a:lstStyle/>
        <a:p>
          <a:r>
            <a:rPr lang="en-US" dirty="0"/>
            <a:t>Adjusted R-squared:  0.3567</a:t>
          </a:r>
        </a:p>
      </dgm:t>
    </dgm:pt>
    <dgm:pt modelId="{0CC6CDE3-7F01-4992-8809-244656F6F94F}" type="parTrans" cxnId="{73E295DF-247E-4801-A4EC-6FD1D69C2CBA}">
      <dgm:prSet/>
      <dgm:spPr/>
      <dgm:t>
        <a:bodyPr/>
        <a:lstStyle/>
        <a:p>
          <a:endParaRPr lang="en-US"/>
        </a:p>
      </dgm:t>
    </dgm:pt>
    <dgm:pt modelId="{ECDE7EE3-270B-4E0B-875D-A788EE6F05D6}" type="sibTrans" cxnId="{73E295DF-247E-4801-A4EC-6FD1D69C2CBA}">
      <dgm:prSet/>
      <dgm:spPr/>
      <dgm:t>
        <a:bodyPr/>
        <a:lstStyle/>
        <a:p>
          <a:endParaRPr lang="en-US"/>
        </a:p>
      </dgm:t>
    </dgm:pt>
    <dgm:pt modelId="{B2D8C74D-1B68-4122-88FA-85CE8F5979FF}">
      <dgm:prSet/>
      <dgm:spPr/>
      <dgm:t>
        <a:bodyPr/>
        <a:lstStyle/>
        <a:p>
          <a:r>
            <a:rPr lang="en-US"/>
            <a:t>p-value: &lt; 2.2e-16</a:t>
          </a:r>
        </a:p>
      </dgm:t>
    </dgm:pt>
    <dgm:pt modelId="{59397F77-3F3E-48A2-A035-FB519DBD1F37}" type="parTrans" cxnId="{1F55D89E-43F6-4E60-B2A8-CF0B07516D3B}">
      <dgm:prSet/>
      <dgm:spPr/>
      <dgm:t>
        <a:bodyPr/>
        <a:lstStyle/>
        <a:p>
          <a:endParaRPr lang="en-US"/>
        </a:p>
      </dgm:t>
    </dgm:pt>
    <dgm:pt modelId="{43634D88-9ABD-447C-9177-B8123B06AE87}" type="sibTrans" cxnId="{1F55D89E-43F6-4E60-B2A8-CF0B07516D3B}">
      <dgm:prSet/>
      <dgm:spPr/>
      <dgm:t>
        <a:bodyPr/>
        <a:lstStyle/>
        <a:p>
          <a:endParaRPr lang="en-US"/>
        </a:p>
      </dgm:t>
    </dgm:pt>
    <dgm:pt modelId="{62A4825A-6F26-4A3F-8D62-910600941AB4}">
      <dgm:prSet/>
      <dgm:spPr/>
      <dgm:t>
        <a:bodyPr/>
        <a:lstStyle/>
        <a:p>
          <a:r>
            <a:rPr lang="en-US"/>
            <a:t>The Adjusted R-squared is sightly increased.</a:t>
          </a:r>
        </a:p>
      </dgm:t>
    </dgm:pt>
    <dgm:pt modelId="{D09BC0AC-02A9-4178-867B-60B41483443C}" type="parTrans" cxnId="{A1CEB565-EFBB-414D-848A-B6E0B1501320}">
      <dgm:prSet/>
      <dgm:spPr/>
      <dgm:t>
        <a:bodyPr/>
        <a:lstStyle/>
        <a:p>
          <a:endParaRPr lang="en-US"/>
        </a:p>
      </dgm:t>
    </dgm:pt>
    <dgm:pt modelId="{80E0F657-00D4-4E93-95D8-1FEA7CA24E20}" type="sibTrans" cxnId="{A1CEB565-EFBB-414D-848A-B6E0B1501320}">
      <dgm:prSet/>
      <dgm:spPr/>
      <dgm:t>
        <a:bodyPr/>
        <a:lstStyle/>
        <a:p>
          <a:endParaRPr lang="en-US"/>
        </a:p>
      </dgm:t>
    </dgm:pt>
    <dgm:pt modelId="{054FE69E-F507-4EAA-B186-46E12DD07490}" type="pres">
      <dgm:prSet presAssocID="{F7A7F8F3-9494-475B-BF5F-6A8EDB3D5690}" presName="linear" presStyleCnt="0">
        <dgm:presLayoutVars>
          <dgm:animLvl val="lvl"/>
          <dgm:resizeHandles val="exact"/>
        </dgm:presLayoutVars>
      </dgm:prSet>
      <dgm:spPr/>
    </dgm:pt>
    <dgm:pt modelId="{554B6C70-C977-4043-8B49-E269F9D94E75}" type="pres">
      <dgm:prSet presAssocID="{AD1E9425-88AA-4CFA-8DCF-6501F14F9538}" presName="parentText" presStyleLbl="node1" presStyleIdx="0" presStyleCnt="3">
        <dgm:presLayoutVars>
          <dgm:chMax val="0"/>
          <dgm:bulletEnabled val="1"/>
        </dgm:presLayoutVars>
      </dgm:prSet>
      <dgm:spPr/>
    </dgm:pt>
    <dgm:pt modelId="{2533B180-2DCE-48E9-9A79-85A1ACB8A8DD}" type="pres">
      <dgm:prSet presAssocID="{ECDE7EE3-270B-4E0B-875D-A788EE6F05D6}" presName="spacer" presStyleCnt="0"/>
      <dgm:spPr/>
    </dgm:pt>
    <dgm:pt modelId="{EBCABB42-50AE-4D5D-9979-5A25F09CB2A4}" type="pres">
      <dgm:prSet presAssocID="{B2D8C74D-1B68-4122-88FA-85CE8F5979FF}" presName="parentText" presStyleLbl="node1" presStyleIdx="1" presStyleCnt="3">
        <dgm:presLayoutVars>
          <dgm:chMax val="0"/>
          <dgm:bulletEnabled val="1"/>
        </dgm:presLayoutVars>
      </dgm:prSet>
      <dgm:spPr/>
    </dgm:pt>
    <dgm:pt modelId="{F66FAD97-A9B0-46C8-BC63-8B767351C723}" type="pres">
      <dgm:prSet presAssocID="{43634D88-9ABD-447C-9177-B8123B06AE87}" presName="spacer" presStyleCnt="0"/>
      <dgm:spPr/>
    </dgm:pt>
    <dgm:pt modelId="{69722AF7-2E9E-44FA-8CB8-C9D5689EA301}" type="pres">
      <dgm:prSet presAssocID="{62A4825A-6F26-4A3F-8D62-910600941AB4}" presName="parentText" presStyleLbl="node1" presStyleIdx="2" presStyleCnt="3">
        <dgm:presLayoutVars>
          <dgm:chMax val="0"/>
          <dgm:bulletEnabled val="1"/>
        </dgm:presLayoutVars>
      </dgm:prSet>
      <dgm:spPr/>
    </dgm:pt>
  </dgm:ptLst>
  <dgm:cxnLst>
    <dgm:cxn modelId="{A1CEB565-EFBB-414D-848A-B6E0B1501320}" srcId="{F7A7F8F3-9494-475B-BF5F-6A8EDB3D5690}" destId="{62A4825A-6F26-4A3F-8D62-910600941AB4}" srcOrd="2" destOrd="0" parTransId="{D09BC0AC-02A9-4178-867B-60B41483443C}" sibTransId="{80E0F657-00D4-4E93-95D8-1FEA7CA24E20}"/>
    <dgm:cxn modelId="{5F219D4A-59C5-4EAB-85CF-0CE0E7C5BA8F}" type="presOf" srcId="{B2D8C74D-1B68-4122-88FA-85CE8F5979FF}" destId="{EBCABB42-50AE-4D5D-9979-5A25F09CB2A4}" srcOrd="0" destOrd="0" presId="urn:microsoft.com/office/officeart/2005/8/layout/vList2"/>
    <dgm:cxn modelId="{509FA353-442F-41BA-A741-8FDAEE04707C}" type="presOf" srcId="{62A4825A-6F26-4A3F-8D62-910600941AB4}" destId="{69722AF7-2E9E-44FA-8CB8-C9D5689EA301}" srcOrd="0" destOrd="0" presId="urn:microsoft.com/office/officeart/2005/8/layout/vList2"/>
    <dgm:cxn modelId="{7D5A1594-AC05-439D-9F95-FB745AAB7357}" type="presOf" srcId="{AD1E9425-88AA-4CFA-8DCF-6501F14F9538}" destId="{554B6C70-C977-4043-8B49-E269F9D94E75}" srcOrd="0" destOrd="0" presId="urn:microsoft.com/office/officeart/2005/8/layout/vList2"/>
    <dgm:cxn modelId="{1F55D89E-43F6-4E60-B2A8-CF0B07516D3B}" srcId="{F7A7F8F3-9494-475B-BF5F-6A8EDB3D5690}" destId="{B2D8C74D-1B68-4122-88FA-85CE8F5979FF}" srcOrd="1" destOrd="0" parTransId="{59397F77-3F3E-48A2-A035-FB519DBD1F37}" sibTransId="{43634D88-9ABD-447C-9177-B8123B06AE87}"/>
    <dgm:cxn modelId="{C961E8D9-49BC-45FF-8B98-B005550706F3}" type="presOf" srcId="{F7A7F8F3-9494-475B-BF5F-6A8EDB3D5690}" destId="{054FE69E-F507-4EAA-B186-46E12DD07490}" srcOrd="0" destOrd="0" presId="urn:microsoft.com/office/officeart/2005/8/layout/vList2"/>
    <dgm:cxn modelId="{73E295DF-247E-4801-A4EC-6FD1D69C2CBA}" srcId="{F7A7F8F3-9494-475B-BF5F-6A8EDB3D5690}" destId="{AD1E9425-88AA-4CFA-8DCF-6501F14F9538}" srcOrd="0" destOrd="0" parTransId="{0CC6CDE3-7F01-4992-8809-244656F6F94F}" sibTransId="{ECDE7EE3-270B-4E0B-875D-A788EE6F05D6}"/>
    <dgm:cxn modelId="{12044DC8-4D3C-421C-A4B4-3E8CC6C72F72}" type="presParOf" srcId="{054FE69E-F507-4EAA-B186-46E12DD07490}" destId="{554B6C70-C977-4043-8B49-E269F9D94E75}" srcOrd="0" destOrd="0" presId="urn:microsoft.com/office/officeart/2005/8/layout/vList2"/>
    <dgm:cxn modelId="{B2F37495-1D87-4907-8541-682001203647}" type="presParOf" srcId="{054FE69E-F507-4EAA-B186-46E12DD07490}" destId="{2533B180-2DCE-48E9-9A79-85A1ACB8A8DD}" srcOrd="1" destOrd="0" presId="urn:microsoft.com/office/officeart/2005/8/layout/vList2"/>
    <dgm:cxn modelId="{993519D3-A94A-42A2-AEC7-9D6250D62D0D}" type="presParOf" srcId="{054FE69E-F507-4EAA-B186-46E12DD07490}" destId="{EBCABB42-50AE-4D5D-9979-5A25F09CB2A4}" srcOrd="2" destOrd="0" presId="urn:microsoft.com/office/officeart/2005/8/layout/vList2"/>
    <dgm:cxn modelId="{4C8C9052-3499-4FD9-B97E-AE40CEEDF8F7}" type="presParOf" srcId="{054FE69E-F507-4EAA-B186-46E12DD07490}" destId="{F66FAD97-A9B0-46C8-BC63-8B767351C723}" srcOrd="3" destOrd="0" presId="urn:microsoft.com/office/officeart/2005/8/layout/vList2"/>
    <dgm:cxn modelId="{AE4EF412-5C3A-4B57-986A-266D2213566A}" type="presParOf" srcId="{054FE69E-F507-4EAA-B186-46E12DD07490}" destId="{69722AF7-2E9E-44FA-8CB8-C9D5689EA30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305E4-AFA1-4D4B-8CDE-61AF59968DE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D9F66BD-100D-40A3-BB61-58F292FB4B31}">
      <dgm:prSet/>
      <dgm:spPr/>
      <dgm:t>
        <a:bodyPr/>
        <a:lstStyle/>
        <a:p>
          <a:pPr>
            <a:lnSpc>
              <a:spcPct val="100000"/>
            </a:lnSpc>
          </a:pPr>
          <a:r>
            <a:rPr lang="en-US" b="1"/>
            <a:t>Transformed model:</a:t>
          </a:r>
          <a:endParaRPr lang="en-US"/>
        </a:p>
      </dgm:t>
    </dgm:pt>
    <dgm:pt modelId="{ED88F0C3-E8C5-4102-998C-6899A954FD02}" type="parTrans" cxnId="{56C5E971-0621-4A5B-A637-90A1ECB462DB}">
      <dgm:prSet/>
      <dgm:spPr/>
      <dgm:t>
        <a:bodyPr/>
        <a:lstStyle/>
        <a:p>
          <a:endParaRPr lang="en-US"/>
        </a:p>
      </dgm:t>
    </dgm:pt>
    <dgm:pt modelId="{B2278075-57E9-423C-BD5D-C199091BABB8}" type="sibTrans" cxnId="{56C5E971-0621-4A5B-A637-90A1ECB462DB}">
      <dgm:prSet/>
      <dgm:spPr/>
      <dgm:t>
        <a:bodyPr/>
        <a:lstStyle/>
        <a:p>
          <a:endParaRPr lang="en-US"/>
        </a:p>
      </dgm:t>
    </dgm:pt>
    <dgm:pt modelId="{29E6561B-AF5E-4F0A-965B-5F53363A4FD7}">
      <dgm:prSet/>
      <dgm:spPr/>
      <dgm:t>
        <a:bodyPr/>
        <a:lstStyle/>
        <a:p>
          <a:pPr>
            <a:lnSpc>
              <a:spcPct val="100000"/>
            </a:lnSpc>
          </a:pPr>
          <a:r>
            <a:rPr lang="en-US" dirty="0"/>
            <a:t>Y’= 1.110 + 0.001x1 – 0.213x2 – 0.043x3 – 0.335x5 + 0.0008x6 – 0.0005x7 + 0.451x8 – 0.095x9 + 0.153x10 + 0.050x11</a:t>
          </a:r>
        </a:p>
      </dgm:t>
    </dgm:pt>
    <dgm:pt modelId="{E885017C-1132-4AED-925E-4705619AB58C}" type="parTrans" cxnId="{14F4DCCE-2B01-4A61-938B-80C6BACC1D75}">
      <dgm:prSet/>
      <dgm:spPr/>
      <dgm:t>
        <a:bodyPr/>
        <a:lstStyle/>
        <a:p>
          <a:endParaRPr lang="en-US"/>
        </a:p>
      </dgm:t>
    </dgm:pt>
    <dgm:pt modelId="{82928495-D250-4491-B0FC-D272102A5A73}" type="sibTrans" cxnId="{14F4DCCE-2B01-4A61-938B-80C6BACC1D75}">
      <dgm:prSet/>
      <dgm:spPr/>
      <dgm:t>
        <a:bodyPr/>
        <a:lstStyle/>
        <a:p>
          <a:endParaRPr lang="en-US"/>
        </a:p>
      </dgm:t>
    </dgm:pt>
    <dgm:pt modelId="{95982DFA-DD02-4596-A739-C622E4AEC957}" type="pres">
      <dgm:prSet presAssocID="{CC6305E4-AFA1-4D4B-8CDE-61AF59968DEA}" presName="root" presStyleCnt="0">
        <dgm:presLayoutVars>
          <dgm:dir/>
          <dgm:resizeHandles val="exact"/>
        </dgm:presLayoutVars>
      </dgm:prSet>
      <dgm:spPr/>
    </dgm:pt>
    <dgm:pt modelId="{7D82BD7A-3246-4710-BBF0-7BCD4EE139B9}" type="pres">
      <dgm:prSet presAssocID="{ED9F66BD-100D-40A3-BB61-58F292FB4B31}" presName="compNode" presStyleCnt="0"/>
      <dgm:spPr/>
    </dgm:pt>
    <dgm:pt modelId="{821D6EC3-4D24-48C4-9214-C0E6CBBA48D4}" type="pres">
      <dgm:prSet presAssocID="{ED9F66BD-100D-40A3-BB61-58F292FB4B31}" presName="bgRect" presStyleLbl="bgShp" presStyleIdx="0" presStyleCnt="2"/>
      <dgm:spPr/>
    </dgm:pt>
    <dgm:pt modelId="{774FC421-635C-464A-849C-9E21C6536205}" type="pres">
      <dgm:prSet presAssocID="{ED9F66BD-100D-40A3-BB61-58F292FB4B3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BDE9C495-67C4-4FDC-AD7F-EA46A4B4D895}" type="pres">
      <dgm:prSet presAssocID="{ED9F66BD-100D-40A3-BB61-58F292FB4B31}" presName="spaceRect" presStyleCnt="0"/>
      <dgm:spPr/>
    </dgm:pt>
    <dgm:pt modelId="{9DA77801-8A27-489C-8D10-7095B8210772}" type="pres">
      <dgm:prSet presAssocID="{ED9F66BD-100D-40A3-BB61-58F292FB4B31}" presName="parTx" presStyleLbl="revTx" presStyleIdx="0" presStyleCnt="2">
        <dgm:presLayoutVars>
          <dgm:chMax val="0"/>
          <dgm:chPref val="0"/>
        </dgm:presLayoutVars>
      </dgm:prSet>
      <dgm:spPr/>
    </dgm:pt>
    <dgm:pt modelId="{AEA7C31D-3DC2-4041-9903-A1D8755FA38C}" type="pres">
      <dgm:prSet presAssocID="{B2278075-57E9-423C-BD5D-C199091BABB8}" presName="sibTrans" presStyleCnt="0"/>
      <dgm:spPr/>
    </dgm:pt>
    <dgm:pt modelId="{2F327C4A-B390-4098-8DE5-9C81BDEB8105}" type="pres">
      <dgm:prSet presAssocID="{29E6561B-AF5E-4F0A-965B-5F53363A4FD7}" presName="compNode" presStyleCnt="0"/>
      <dgm:spPr/>
    </dgm:pt>
    <dgm:pt modelId="{4ACAFAA4-39F9-4C6F-B6A6-E3AF2C90A781}" type="pres">
      <dgm:prSet presAssocID="{29E6561B-AF5E-4F0A-965B-5F53363A4FD7}" presName="bgRect" presStyleLbl="bgShp" presStyleIdx="1" presStyleCnt="2"/>
      <dgm:spPr/>
    </dgm:pt>
    <dgm:pt modelId="{14857DA5-7C1B-431E-A84E-6B217D3010EB}" type="pres">
      <dgm:prSet presAssocID="{29E6561B-AF5E-4F0A-965B-5F53363A4FD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41985AD9-C615-4D33-A57B-B3AF3C5E16A7}" type="pres">
      <dgm:prSet presAssocID="{29E6561B-AF5E-4F0A-965B-5F53363A4FD7}" presName="spaceRect" presStyleCnt="0"/>
      <dgm:spPr/>
    </dgm:pt>
    <dgm:pt modelId="{61DE5160-1D20-435D-9190-4DEE7605A94A}" type="pres">
      <dgm:prSet presAssocID="{29E6561B-AF5E-4F0A-965B-5F53363A4FD7}" presName="parTx" presStyleLbl="revTx" presStyleIdx="1" presStyleCnt="2">
        <dgm:presLayoutVars>
          <dgm:chMax val="0"/>
          <dgm:chPref val="0"/>
        </dgm:presLayoutVars>
      </dgm:prSet>
      <dgm:spPr/>
    </dgm:pt>
  </dgm:ptLst>
  <dgm:cxnLst>
    <dgm:cxn modelId="{56C5E971-0621-4A5B-A637-90A1ECB462DB}" srcId="{CC6305E4-AFA1-4D4B-8CDE-61AF59968DEA}" destId="{ED9F66BD-100D-40A3-BB61-58F292FB4B31}" srcOrd="0" destOrd="0" parTransId="{ED88F0C3-E8C5-4102-998C-6899A954FD02}" sibTransId="{B2278075-57E9-423C-BD5D-C199091BABB8}"/>
    <dgm:cxn modelId="{7E4FC677-4E07-468D-826D-2F01FD6388F4}" type="presOf" srcId="{ED9F66BD-100D-40A3-BB61-58F292FB4B31}" destId="{9DA77801-8A27-489C-8D10-7095B8210772}" srcOrd="0" destOrd="0" presId="urn:microsoft.com/office/officeart/2018/2/layout/IconVerticalSolidList"/>
    <dgm:cxn modelId="{BA13107B-3264-4B5B-B032-3712B474C7F8}" type="presOf" srcId="{29E6561B-AF5E-4F0A-965B-5F53363A4FD7}" destId="{61DE5160-1D20-435D-9190-4DEE7605A94A}" srcOrd="0" destOrd="0" presId="urn:microsoft.com/office/officeart/2018/2/layout/IconVerticalSolidList"/>
    <dgm:cxn modelId="{746042AC-E07F-4179-A983-035E7FD24BCA}" type="presOf" srcId="{CC6305E4-AFA1-4D4B-8CDE-61AF59968DEA}" destId="{95982DFA-DD02-4596-A739-C622E4AEC957}" srcOrd="0" destOrd="0" presId="urn:microsoft.com/office/officeart/2018/2/layout/IconVerticalSolidList"/>
    <dgm:cxn modelId="{14F4DCCE-2B01-4A61-938B-80C6BACC1D75}" srcId="{CC6305E4-AFA1-4D4B-8CDE-61AF59968DEA}" destId="{29E6561B-AF5E-4F0A-965B-5F53363A4FD7}" srcOrd="1" destOrd="0" parTransId="{E885017C-1132-4AED-925E-4705619AB58C}" sibTransId="{82928495-D250-4491-B0FC-D272102A5A73}"/>
    <dgm:cxn modelId="{216B2D56-84BA-4D21-99ED-B0D83EFA9D23}" type="presParOf" srcId="{95982DFA-DD02-4596-A739-C622E4AEC957}" destId="{7D82BD7A-3246-4710-BBF0-7BCD4EE139B9}" srcOrd="0" destOrd="0" presId="urn:microsoft.com/office/officeart/2018/2/layout/IconVerticalSolidList"/>
    <dgm:cxn modelId="{3E0FD956-B85F-485A-A3F2-4A85B97811CC}" type="presParOf" srcId="{7D82BD7A-3246-4710-BBF0-7BCD4EE139B9}" destId="{821D6EC3-4D24-48C4-9214-C0E6CBBA48D4}" srcOrd="0" destOrd="0" presId="urn:microsoft.com/office/officeart/2018/2/layout/IconVerticalSolidList"/>
    <dgm:cxn modelId="{794CE8A3-CBED-4CD7-A386-704835FD5204}" type="presParOf" srcId="{7D82BD7A-3246-4710-BBF0-7BCD4EE139B9}" destId="{774FC421-635C-464A-849C-9E21C6536205}" srcOrd="1" destOrd="0" presId="urn:microsoft.com/office/officeart/2018/2/layout/IconVerticalSolidList"/>
    <dgm:cxn modelId="{2A5107FB-2C2D-4869-B7ED-E8038C55B8B0}" type="presParOf" srcId="{7D82BD7A-3246-4710-BBF0-7BCD4EE139B9}" destId="{BDE9C495-67C4-4FDC-AD7F-EA46A4B4D895}" srcOrd="2" destOrd="0" presId="urn:microsoft.com/office/officeart/2018/2/layout/IconVerticalSolidList"/>
    <dgm:cxn modelId="{D1D95128-25D4-43F9-8D0B-F1901C0DADC2}" type="presParOf" srcId="{7D82BD7A-3246-4710-BBF0-7BCD4EE139B9}" destId="{9DA77801-8A27-489C-8D10-7095B8210772}" srcOrd="3" destOrd="0" presId="urn:microsoft.com/office/officeart/2018/2/layout/IconVerticalSolidList"/>
    <dgm:cxn modelId="{EE3C872C-940D-4B0C-80AC-9E0E9CC126E5}" type="presParOf" srcId="{95982DFA-DD02-4596-A739-C622E4AEC957}" destId="{AEA7C31D-3DC2-4041-9903-A1D8755FA38C}" srcOrd="1" destOrd="0" presId="urn:microsoft.com/office/officeart/2018/2/layout/IconVerticalSolidList"/>
    <dgm:cxn modelId="{71A54213-07BC-4659-9C83-EB5BBBA8E509}" type="presParOf" srcId="{95982DFA-DD02-4596-A739-C622E4AEC957}" destId="{2F327C4A-B390-4098-8DE5-9C81BDEB8105}" srcOrd="2" destOrd="0" presId="urn:microsoft.com/office/officeart/2018/2/layout/IconVerticalSolidList"/>
    <dgm:cxn modelId="{E030D4BE-AC48-4CB2-864D-FB02FB132792}" type="presParOf" srcId="{2F327C4A-B390-4098-8DE5-9C81BDEB8105}" destId="{4ACAFAA4-39F9-4C6F-B6A6-E3AF2C90A781}" srcOrd="0" destOrd="0" presId="urn:microsoft.com/office/officeart/2018/2/layout/IconVerticalSolidList"/>
    <dgm:cxn modelId="{D0DAB092-FADD-473F-80CE-01C3EADE052F}" type="presParOf" srcId="{2F327C4A-B390-4098-8DE5-9C81BDEB8105}" destId="{14857DA5-7C1B-431E-A84E-6B217D3010EB}" srcOrd="1" destOrd="0" presId="urn:microsoft.com/office/officeart/2018/2/layout/IconVerticalSolidList"/>
    <dgm:cxn modelId="{522CCA8B-C89E-4F21-83F3-AB56B2ACF029}" type="presParOf" srcId="{2F327C4A-B390-4098-8DE5-9C81BDEB8105}" destId="{41985AD9-C615-4D33-A57B-B3AF3C5E16A7}" srcOrd="2" destOrd="0" presId="urn:microsoft.com/office/officeart/2018/2/layout/IconVerticalSolidList"/>
    <dgm:cxn modelId="{EF5303C2-F328-4EEC-B6A7-9ED0B317117E}" type="presParOf" srcId="{2F327C4A-B390-4098-8DE5-9C81BDEB8105}" destId="{61DE5160-1D20-435D-9190-4DEE7605A9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F7A33E-B52E-480B-90A2-6579587959E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EF02555-0D8E-4C8F-9D27-398933A35B2C}">
      <dgm:prSet custT="1"/>
      <dgm:spPr/>
      <dgm:t>
        <a:bodyPr/>
        <a:lstStyle/>
        <a:p>
          <a:r>
            <a:rPr lang="en-US" sz="2000" dirty="0">
              <a:latin typeface="Calibri" panose="020F0502020204030204" pitchFamily="34" charset="0"/>
              <a:ea typeface="Calibri" panose="020F0502020204030204" pitchFamily="34" charset="0"/>
              <a:cs typeface="Calibri" panose="020F0502020204030204" pitchFamily="34" charset="0"/>
            </a:rPr>
            <a:t>Initially tried with the full model, Adj R-squared = 0.3561.</a:t>
          </a:r>
        </a:p>
      </dgm:t>
    </dgm:pt>
    <dgm:pt modelId="{68D6E58E-D3CB-4239-B360-1EE3FC1447D0}" type="parTrans" cxnId="{7EBD96E9-4B3B-48D8-8168-7D34053975CE}">
      <dgm:prSet/>
      <dgm:spPr/>
      <dgm:t>
        <a:bodyPr/>
        <a:lstStyle/>
        <a:p>
          <a:endParaRPr lang="en-US"/>
        </a:p>
      </dgm:t>
    </dgm:pt>
    <dgm:pt modelId="{0D63BD0A-F9C2-4F32-9550-A3EF3B4DCA2C}" type="sibTrans" cxnId="{7EBD96E9-4B3B-48D8-8168-7D34053975CE}">
      <dgm:prSet/>
      <dgm:spPr/>
      <dgm:t>
        <a:bodyPr/>
        <a:lstStyle/>
        <a:p>
          <a:endParaRPr lang="en-US"/>
        </a:p>
      </dgm:t>
    </dgm:pt>
    <dgm:pt modelId="{562A7C04-87A6-40CE-BD05-792E5A111F63}">
      <dgm:prSet custT="1"/>
      <dgm:spPr/>
      <dgm:t>
        <a:bodyPr/>
        <a:lstStyle/>
        <a:p>
          <a:r>
            <a:rPr lang="en-US" sz="2000" dirty="0">
              <a:latin typeface="Calibri" panose="020F0502020204030204" pitchFamily="34" charset="0"/>
              <a:ea typeface="Calibri" panose="020F0502020204030204" pitchFamily="34" charset="0"/>
              <a:cs typeface="Calibri" panose="020F0502020204030204" pitchFamily="34" charset="0"/>
            </a:rPr>
            <a:t>Then, I tried to improve the model by forming the reduced model, first transformation (y</a:t>
          </a:r>
          <a:r>
            <a:rPr lang="en-US" sz="2000" b="1" dirty="0">
              <a:latin typeface="Calibri" panose="020F0502020204030204" pitchFamily="34" charset="0"/>
              <a:ea typeface="Calibri" panose="020F0502020204030204" pitchFamily="34" charset="0"/>
              <a:cs typeface="Calibri" panose="020F0502020204030204" pitchFamily="34" charset="0"/>
            </a:rPr>
            <a:t>’ = ln(y)</a:t>
          </a:r>
          <a:r>
            <a:rPr lang="en-US" sz="20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2nd transformation (y</a:t>
          </a:r>
          <a:r>
            <a:rPr lang="en-US" sz="2000" b="1" dirty="0">
              <a:latin typeface="Calibri" panose="020F0502020204030204" pitchFamily="34" charset="0"/>
              <a:ea typeface="Calibri" panose="020F0502020204030204" pitchFamily="34" charset="0"/>
              <a:cs typeface="Calibri" panose="020F0502020204030204" pitchFamily="34" charset="0"/>
            </a:rPr>
            <a:t>’ = y^-1/2</a:t>
          </a:r>
          <a:r>
            <a:rPr lang="en-US" sz="2000" dirty="0">
              <a:latin typeface="Calibri" panose="020F0502020204030204" pitchFamily="34" charset="0"/>
              <a:ea typeface="Calibri" panose="020F0502020204030204" pitchFamily="34" charset="0"/>
              <a:cs typeface="Calibri" panose="020F0502020204030204" pitchFamily="34" charset="0"/>
            </a:rPr>
            <a:t>) and the 3rd transformation (BOX-COX).</a:t>
          </a:r>
        </a:p>
        <a:p>
          <a:endParaRPr lang="en-US" sz="2000" dirty="0">
            <a:latin typeface="Calibri" panose="020F0502020204030204" pitchFamily="34" charset="0"/>
            <a:ea typeface="Calibri" panose="020F0502020204030204" pitchFamily="34" charset="0"/>
            <a:cs typeface="Calibri" panose="020F0502020204030204" pitchFamily="34" charset="0"/>
          </a:endParaRPr>
        </a:p>
      </dgm:t>
    </dgm:pt>
    <dgm:pt modelId="{0CCD6605-3EAB-462E-B22F-1F6E5717AA20}" type="parTrans" cxnId="{A31AE27C-B6E3-4065-8AFE-98D1C22D8C1E}">
      <dgm:prSet/>
      <dgm:spPr/>
      <dgm:t>
        <a:bodyPr/>
        <a:lstStyle/>
        <a:p>
          <a:endParaRPr lang="en-US"/>
        </a:p>
      </dgm:t>
    </dgm:pt>
    <dgm:pt modelId="{9F2E9E8C-30AF-41B5-BF9F-F8518ECEAD22}" type="sibTrans" cxnId="{A31AE27C-B6E3-4065-8AFE-98D1C22D8C1E}">
      <dgm:prSet/>
      <dgm:spPr/>
      <dgm:t>
        <a:bodyPr/>
        <a:lstStyle/>
        <a:p>
          <a:endParaRPr lang="en-US"/>
        </a:p>
      </dgm:t>
    </dgm:pt>
    <dgm:pt modelId="{887049EB-1755-4614-8192-961AF5614F7F}">
      <dgm:prSet custT="1"/>
      <dgm:spPr/>
      <dgm:t>
        <a:bodyPr/>
        <a:lstStyle/>
        <a:p>
          <a:r>
            <a:rPr lang="en-US" sz="2000">
              <a:latin typeface="Calibri" panose="020F0502020204030204" pitchFamily="34" charset="0"/>
              <a:ea typeface="Calibri" panose="020F0502020204030204" pitchFamily="34" charset="0"/>
              <a:cs typeface="Calibri" panose="020F0502020204030204" pitchFamily="34" charset="0"/>
            </a:rPr>
            <a:t>Compared the values of the Adj R-squared value among different methods.</a:t>
          </a:r>
        </a:p>
      </dgm:t>
    </dgm:pt>
    <dgm:pt modelId="{CCB10BE7-3C2D-4984-9138-23587ADC0FB5}" type="parTrans" cxnId="{3D971D34-9021-4B12-AAA9-3B9F0E264CF6}">
      <dgm:prSet/>
      <dgm:spPr/>
      <dgm:t>
        <a:bodyPr/>
        <a:lstStyle/>
        <a:p>
          <a:endParaRPr lang="en-US"/>
        </a:p>
      </dgm:t>
    </dgm:pt>
    <dgm:pt modelId="{F2041E69-E015-4D2E-BC42-9C1754B338E4}" type="sibTrans" cxnId="{3D971D34-9021-4B12-AAA9-3B9F0E264CF6}">
      <dgm:prSet/>
      <dgm:spPr/>
      <dgm:t>
        <a:bodyPr/>
        <a:lstStyle/>
        <a:p>
          <a:endParaRPr lang="en-US"/>
        </a:p>
      </dgm:t>
    </dgm:pt>
    <dgm:pt modelId="{AB47B666-6AE1-42F9-A035-FC0D8B23B385}">
      <dgm:prSet custT="1"/>
      <dgm:spPr/>
      <dgm:t>
        <a:bodyPr/>
        <a:lstStyle/>
        <a:p>
          <a:r>
            <a:rPr lang="en-US" sz="2000" dirty="0">
              <a:latin typeface="Calibri" panose="020F0502020204030204" pitchFamily="34" charset="0"/>
              <a:ea typeface="Calibri" panose="020F0502020204030204" pitchFamily="34" charset="0"/>
              <a:cs typeface="Calibri" panose="020F0502020204030204" pitchFamily="34" charset="0"/>
            </a:rPr>
            <a:t>Observed that the 1</a:t>
          </a:r>
          <a:r>
            <a:rPr lang="en-US" sz="2000" baseline="30000" dirty="0">
              <a:latin typeface="Calibri" panose="020F0502020204030204" pitchFamily="34" charset="0"/>
              <a:ea typeface="Calibri" panose="020F0502020204030204" pitchFamily="34" charset="0"/>
              <a:cs typeface="Calibri" panose="020F0502020204030204" pitchFamily="34" charset="0"/>
            </a:rPr>
            <a:t>st</a:t>
          </a:r>
          <a:r>
            <a:rPr lang="en-US" sz="2000" dirty="0">
              <a:latin typeface="Calibri" panose="020F0502020204030204" pitchFamily="34" charset="0"/>
              <a:ea typeface="Calibri" panose="020F0502020204030204" pitchFamily="34" charset="0"/>
              <a:cs typeface="Calibri" panose="020F0502020204030204" pitchFamily="34" charset="0"/>
            </a:rPr>
            <a:t> , 2</a:t>
          </a:r>
          <a:r>
            <a:rPr lang="en-US" sz="2000" baseline="30000" dirty="0">
              <a:latin typeface="Calibri" panose="020F0502020204030204" pitchFamily="34" charset="0"/>
              <a:ea typeface="Calibri" panose="020F0502020204030204" pitchFamily="34" charset="0"/>
              <a:cs typeface="Calibri" panose="020F0502020204030204" pitchFamily="34" charset="0"/>
            </a:rPr>
            <a:t>nd</a:t>
          </a:r>
          <a:r>
            <a:rPr lang="en-US" sz="2000" dirty="0">
              <a:latin typeface="Calibri" panose="020F0502020204030204" pitchFamily="34" charset="0"/>
              <a:ea typeface="Calibri" panose="020F0502020204030204" pitchFamily="34" charset="0"/>
              <a:cs typeface="Calibri" panose="020F0502020204030204" pitchFamily="34" charset="0"/>
            </a:rPr>
            <a:t> transformations are decreasing the adj R-squared values and even though the 3</a:t>
          </a:r>
          <a:r>
            <a:rPr lang="en-US" sz="2000" baseline="30000" dirty="0">
              <a:latin typeface="Calibri" panose="020F0502020204030204" pitchFamily="34" charset="0"/>
              <a:ea typeface="Calibri" panose="020F0502020204030204" pitchFamily="34" charset="0"/>
              <a:cs typeface="Calibri" panose="020F0502020204030204" pitchFamily="34" charset="0"/>
            </a:rPr>
            <a:t>rd</a:t>
          </a:r>
          <a:r>
            <a:rPr lang="en-US" sz="2000" dirty="0">
              <a:latin typeface="Calibri" panose="020F0502020204030204" pitchFamily="34" charset="0"/>
              <a:ea typeface="Calibri" panose="020F0502020204030204" pitchFamily="34" charset="0"/>
              <a:cs typeface="Calibri" panose="020F0502020204030204" pitchFamily="34" charset="0"/>
            </a:rPr>
            <a:t> transformation is better than the other two transformations, but it is also decreasing .</a:t>
          </a:r>
        </a:p>
      </dgm:t>
    </dgm:pt>
    <dgm:pt modelId="{ACC2F3E2-B8B4-40DE-A379-DE1ECCD8F352}" type="parTrans" cxnId="{C6FAB13E-FF03-473C-A987-0BAD17683F74}">
      <dgm:prSet/>
      <dgm:spPr/>
      <dgm:t>
        <a:bodyPr/>
        <a:lstStyle/>
        <a:p>
          <a:endParaRPr lang="en-US"/>
        </a:p>
      </dgm:t>
    </dgm:pt>
    <dgm:pt modelId="{34CF522D-98CF-4C61-BB68-55F738072C17}" type="sibTrans" cxnId="{C6FAB13E-FF03-473C-A987-0BAD17683F74}">
      <dgm:prSet/>
      <dgm:spPr/>
      <dgm:t>
        <a:bodyPr/>
        <a:lstStyle/>
        <a:p>
          <a:endParaRPr lang="en-US"/>
        </a:p>
      </dgm:t>
    </dgm:pt>
    <dgm:pt modelId="{1A7DAC37-E06C-4616-A3CE-2B458143AB48}">
      <dgm:prSet custT="1"/>
      <dgm:spPr/>
      <dgm:t>
        <a:bodyPr/>
        <a:lstStyle/>
        <a:p>
          <a:r>
            <a:rPr lang="en-US" sz="2000" dirty="0">
              <a:latin typeface="Calibri" panose="020F0502020204030204" pitchFamily="34" charset="0"/>
              <a:ea typeface="Calibri" panose="020F0502020204030204" pitchFamily="34" charset="0"/>
              <a:cs typeface="Calibri" panose="020F0502020204030204" pitchFamily="34" charset="0"/>
            </a:rPr>
            <a:t>Finally, only the Reduced model Adj R-squared = 0.3567 is slightly increased than the full model.</a:t>
          </a:r>
        </a:p>
      </dgm:t>
    </dgm:pt>
    <dgm:pt modelId="{D9ABF342-2909-44FE-BDED-59C449973AA5}" type="parTrans" cxnId="{D733FD66-9A9D-4716-993D-0B6852823F42}">
      <dgm:prSet/>
      <dgm:spPr/>
      <dgm:t>
        <a:bodyPr/>
        <a:lstStyle/>
        <a:p>
          <a:endParaRPr lang="en-US"/>
        </a:p>
      </dgm:t>
    </dgm:pt>
    <dgm:pt modelId="{E0AB4BAE-815C-4D4A-A5A9-310C77E75887}" type="sibTrans" cxnId="{D733FD66-9A9D-4716-993D-0B6852823F42}">
      <dgm:prSet/>
      <dgm:spPr/>
      <dgm:t>
        <a:bodyPr/>
        <a:lstStyle/>
        <a:p>
          <a:endParaRPr lang="en-US"/>
        </a:p>
      </dgm:t>
    </dgm:pt>
    <dgm:pt modelId="{31EC4009-7302-4738-ABC8-00B186F1BE55}">
      <dgm:prSet custT="1"/>
      <dgm:spPr/>
      <dgm:t>
        <a:bodyPr/>
        <a:lstStyle/>
        <a:p>
          <a:r>
            <a:rPr lang="en-US" sz="2000" dirty="0"/>
            <a:t>The factors that influence the quality of the wine are volatile acidity, chlorides, free sulfur dioxide, total sulfur dioxide, density, sulfates, and alcohol.</a:t>
          </a:r>
          <a:endParaRPr lang="en-US" sz="2000" dirty="0">
            <a:latin typeface="Calibri" panose="020F0502020204030204" pitchFamily="34" charset="0"/>
            <a:ea typeface="Calibri" panose="020F0502020204030204" pitchFamily="34" charset="0"/>
            <a:cs typeface="Calibri" panose="020F0502020204030204" pitchFamily="34" charset="0"/>
          </a:endParaRPr>
        </a:p>
      </dgm:t>
    </dgm:pt>
    <dgm:pt modelId="{ABFDDA06-1A0D-4995-8C5D-6CF8200ECDAF}" type="parTrans" cxnId="{ED01873C-226F-46C9-A399-F5BEEC3CB3E1}">
      <dgm:prSet/>
      <dgm:spPr/>
      <dgm:t>
        <a:bodyPr/>
        <a:lstStyle/>
        <a:p>
          <a:endParaRPr lang="en-US"/>
        </a:p>
      </dgm:t>
    </dgm:pt>
    <dgm:pt modelId="{4718E1EB-90DB-4238-B12B-7FE150CA8AAB}" type="sibTrans" cxnId="{ED01873C-226F-46C9-A399-F5BEEC3CB3E1}">
      <dgm:prSet/>
      <dgm:spPr/>
      <dgm:t>
        <a:bodyPr/>
        <a:lstStyle/>
        <a:p>
          <a:endParaRPr lang="en-US"/>
        </a:p>
      </dgm:t>
    </dgm:pt>
    <dgm:pt modelId="{743101FB-3B0D-4D3B-9067-554BC8AD04F8}" type="pres">
      <dgm:prSet presAssocID="{A2F7A33E-B52E-480B-90A2-6579587959E0}" presName="vert0" presStyleCnt="0">
        <dgm:presLayoutVars>
          <dgm:dir/>
          <dgm:animOne val="branch"/>
          <dgm:animLvl val="lvl"/>
        </dgm:presLayoutVars>
      </dgm:prSet>
      <dgm:spPr/>
    </dgm:pt>
    <dgm:pt modelId="{38E57704-0BEA-470D-876C-7578600BE70B}" type="pres">
      <dgm:prSet presAssocID="{EEF02555-0D8E-4C8F-9D27-398933A35B2C}" presName="thickLine" presStyleLbl="alignNode1" presStyleIdx="0" presStyleCnt="6"/>
      <dgm:spPr/>
    </dgm:pt>
    <dgm:pt modelId="{662B3BD7-75EE-4B8B-AB05-7384B6657C52}" type="pres">
      <dgm:prSet presAssocID="{EEF02555-0D8E-4C8F-9D27-398933A35B2C}" presName="horz1" presStyleCnt="0"/>
      <dgm:spPr/>
    </dgm:pt>
    <dgm:pt modelId="{229441E1-3250-4E61-AB25-A3E7E6C88E1E}" type="pres">
      <dgm:prSet presAssocID="{EEF02555-0D8E-4C8F-9D27-398933A35B2C}" presName="tx1" presStyleLbl="revTx" presStyleIdx="0" presStyleCnt="6"/>
      <dgm:spPr/>
    </dgm:pt>
    <dgm:pt modelId="{C49F286D-A759-41F5-9C81-FB1A97745AF6}" type="pres">
      <dgm:prSet presAssocID="{EEF02555-0D8E-4C8F-9D27-398933A35B2C}" presName="vert1" presStyleCnt="0"/>
      <dgm:spPr/>
    </dgm:pt>
    <dgm:pt modelId="{6DE71989-F09C-4C12-812E-A10709A786D5}" type="pres">
      <dgm:prSet presAssocID="{562A7C04-87A6-40CE-BD05-792E5A111F63}" presName="thickLine" presStyleLbl="alignNode1" presStyleIdx="1" presStyleCnt="6"/>
      <dgm:spPr/>
    </dgm:pt>
    <dgm:pt modelId="{1013C19C-DE32-4447-8616-57D1E75EB0DD}" type="pres">
      <dgm:prSet presAssocID="{562A7C04-87A6-40CE-BD05-792E5A111F63}" presName="horz1" presStyleCnt="0"/>
      <dgm:spPr/>
    </dgm:pt>
    <dgm:pt modelId="{34BFB581-3D87-47E0-8B40-1292BD071631}" type="pres">
      <dgm:prSet presAssocID="{562A7C04-87A6-40CE-BD05-792E5A111F63}" presName="tx1" presStyleLbl="revTx" presStyleIdx="1" presStyleCnt="6"/>
      <dgm:spPr/>
    </dgm:pt>
    <dgm:pt modelId="{E7D79800-FC27-4EE2-BFAA-519A78179835}" type="pres">
      <dgm:prSet presAssocID="{562A7C04-87A6-40CE-BD05-792E5A111F63}" presName="vert1" presStyleCnt="0"/>
      <dgm:spPr/>
    </dgm:pt>
    <dgm:pt modelId="{465A5F33-FE05-4C4B-9D01-42A54BB6D22F}" type="pres">
      <dgm:prSet presAssocID="{887049EB-1755-4614-8192-961AF5614F7F}" presName="thickLine" presStyleLbl="alignNode1" presStyleIdx="2" presStyleCnt="6"/>
      <dgm:spPr/>
    </dgm:pt>
    <dgm:pt modelId="{0260ABF3-EC13-4AE2-BCD7-7428CBBD0E51}" type="pres">
      <dgm:prSet presAssocID="{887049EB-1755-4614-8192-961AF5614F7F}" presName="horz1" presStyleCnt="0"/>
      <dgm:spPr/>
    </dgm:pt>
    <dgm:pt modelId="{9E2F6886-7E17-4E6B-AAA3-D16A257BE6B6}" type="pres">
      <dgm:prSet presAssocID="{887049EB-1755-4614-8192-961AF5614F7F}" presName="tx1" presStyleLbl="revTx" presStyleIdx="2" presStyleCnt="6"/>
      <dgm:spPr/>
    </dgm:pt>
    <dgm:pt modelId="{092EE51B-9659-4473-8C43-0063F2A3E94F}" type="pres">
      <dgm:prSet presAssocID="{887049EB-1755-4614-8192-961AF5614F7F}" presName="vert1" presStyleCnt="0"/>
      <dgm:spPr/>
    </dgm:pt>
    <dgm:pt modelId="{6CC9ABB0-A476-4A5E-9C76-4CB697D896A6}" type="pres">
      <dgm:prSet presAssocID="{AB47B666-6AE1-42F9-A035-FC0D8B23B385}" presName="thickLine" presStyleLbl="alignNode1" presStyleIdx="3" presStyleCnt="6"/>
      <dgm:spPr/>
    </dgm:pt>
    <dgm:pt modelId="{A890C724-3EB2-46C0-90CA-2EEAFF417F49}" type="pres">
      <dgm:prSet presAssocID="{AB47B666-6AE1-42F9-A035-FC0D8B23B385}" presName="horz1" presStyleCnt="0"/>
      <dgm:spPr/>
    </dgm:pt>
    <dgm:pt modelId="{113B94B7-D2C4-4025-A70E-70DB5641E646}" type="pres">
      <dgm:prSet presAssocID="{AB47B666-6AE1-42F9-A035-FC0D8B23B385}" presName="tx1" presStyleLbl="revTx" presStyleIdx="3" presStyleCnt="6"/>
      <dgm:spPr/>
    </dgm:pt>
    <dgm:pt modelId="{3E45E20C-F86F-450B-974F-26AEEFF9BC3A}" type="pres">
      <dgm:prSet presAssocID="{AB47B666-6AE1-42F9-A035-FC0D8B23B385}" presName="vert1" presStyleCnt="0"/>
      <dgm:spPr/>
    </dgm:pt>
    <dgm:pt modelId="{13E8B713-EE3E-41A8-AA08-933C9F9F1A3C}" type="pres">
      <dgm:prSet presAssocID="{1A7DAC37-E06C-4616-A3CE-2B458143AB48}" presName="thickLine" presStyleLbl="alignNode1" presStyleIdx="4" presStyleCnt="6"/>
      <dgm:spPr/>
    </dgm:pt>
    <dgm:pt modelId="{7E349BA9-EE18-4893-BA24-87A469DB0E56}" type="pres">
      <dgm:prSet presAssocID="{1A7DAC37-E06C-4616-A3CE-2B458143AB48}" presName="horz1" presStyleCnt="0"/>
      <dgm:spPr/>
    </dgm:pt>
    <dgm:pt modelId="{BDD5057F-395A-4199-A032-9B68FC2A35C8}" type="pres">
      <dgm:prSet presAssocID="{1A7DAC37-E06C-4616-A3CE-2B458143AB48}" presName="tx1" presStyleLbl="revTx" presStyleIdx="4" presStyleCnt="6"/>
      <dgm:spPr/>
    </dgm:pt>
    <dgm:pt modelId="{98B24C9C-A29D-4E64-BC3F-EA04C7847DF5}" type="pres">
      <dgm:prSet presAssocID="{1A7DAC37-E06C-4616-A3CE-2B458143AB48}" presName="vert1" presStyleCnt="0"/>
      <dgm:spPr/>
    </dgm:pt>
    <dgm:pt modelId="{B51F71C3-C34D-490D-BC09-F49C90EDE127}" type="pres">
      <dgm:prSet presAssocID="{31EC4009-7302-4738-ABC8-00B186F1BE55}" presName="thickLine" presStyleLbl="alignNode1" presStyleIdx="5" presStyleCnt="6"/>
      <dgm:spPr/>
    </dgm:pt>
    <dgm:pt modelId="{662BAA1A-8C2E-46A2-96AD-5114958253AC}" type="pres">
      <dgm:prSet presAssocID="{31EC4009-7302-4738-ABC8-00B186F1BE55}" presName="horz1" presStyleCnt="0"/>
      <dgm:spPr/>
    </dgm:pt>
    <dgm:pt modelId="{B615616A-E47D-4703-8E0D-149C88A87A8E}" type="pres">
      <dgm:prSet presAssocID="{31EC4009-7302-4738-ABC8-00B186F1BE55}" presName="tx1" presStyleLbl="revTx" presStyleIdx="5" presStyleCnt="6"/>
      <dgm:spPr/>
    </dgm:pt>
    <dgm:pt modelId="{E3A76A78-FBCF-4961-9AF1-AF91CC98EDDE}" type="pres">
      <dgm:prSet presAssocID="{31EC4009-7302-4738-ABC8-00B186F1BE55}" presName="vert1" presStyleCnt="0"/>
      <dgm:spPr/>
    </dgm:pt>
  </dgm:ptLst>
  <dgm:cxnLst>
    <dgm:cxn modelId="{87965718-FC57-4D04-918B-19C4D911C847}" type="presOf" srcId="{A2F7A33E-B52E-480B-90A2-6579587959E0}" destId="{743101FB-3B0D-4D3B-9067-554BC8AD04F8}" srcOrd="0" destOrd="0" presId="urn:microsoft.com/office/officeart/2008/layout/LinedList"/>
    <dgm:cxn modelId="{031A341A-8968-4043-84DE-0C8270FEB0EE}" type="presOf" srcId="{887049EB-1755-4614-8192-961AF5614F7F}" destId="{9E2F6886-7E17-4E6B-AAA3-D16A257BE6B6}" srcOrd="0" destOrd="0" presId="urn:microsoft.com/office/officeart/2008/layout/LinedList"/>
    <dgm:cxn modelId="{3D971D34-9021-4B12-AAA9-3B9F0E264CF6}" srcId="{A2F7A33E-B52E-480B-90A2-6579587959E0}" destId="{887049EB-1755-4614-8192-961AF5614F7F}" srcOrd="2" destOrd="0" parTransId="{CCB10BE7-3C2D-4984-9138-23587ADC0FB5}" sibTransId="{F2041E69-E015-4D2E-BC42-9C1754B338E4}"/>
    <dgm:cxn modelId="{B72FFE3B-D498-4586-9764-0EA7C82690C7}" type="presOf" srcId="{1A7DAC37-E06C-4616-A3CE-2B458143AB48}" destId="{BDD5057F-395A-4199-A032-9B68FC2A35C8}" srcOrd="0" destOrd="0" presId="urn:microsoft.com/office/officeart/2008/layout/LinedList"/>
    <dgm:cxn modelId="{ED01873C-226F-46C9-A399-F5BEEC3CB3E1}" srcId="{A2F7A33E-B52E-480B-90A2-6579587959E0}" destId="{31EC4009-7302-4738-ABC8-00B186F1BE55}" srcOrd="5" destOrd="0" parTransId="{ABFDDA06-1A0D-4995-8C5D-6CF8200ECDAF}" sibTransId="{4718E1EB-90DB-4238-B12B-7FE150CA8AAB}"/>
    <dgm:cxn modelId="{C6FAB13E-FF03-473C-A987-0BAD17683F74}" srcId="{A2F7A33E-B52E-480B-90A2-6579587959E0}" destId="{AB47B666-6AE1-42F9-A035-FC0D8B23B385}" srcOrd="3" destOrd="0" parTransId="{ACC2F3E2-B8B4-40DE-A379-DE1ECCD8F352}" sibTransId="{34CF522D-98CF-4C61-BB68-55F738072C17}"/>
    <dgm:cxn modelId="{D733FD66-9A9D-4716-993D-0B6852823F42}" srcId="{A2F7A33E-B52E-480B-90A2-6579587959E0}" destId="{1A7DAC37-E06C-4616-A3CE-2B458143AB48}" srcOrd="4" destOrd="0" parTransId="{D9ABF342-2909-44FE-BDED-59C449973AA5}" sibTransId="{E0AB4BAE-815C-4D4A-A5A9-310C77E75887}"/>
    <dgm:cxn modelId="{A50D1051-1F93-4EA0-A106-6B0685AABF17}" type="presOf" srcId="{562A7C04-87A6-40CE-BD05-792E5A111F63}" destId="{34BFB581-3D87-47E0-8B40-1292BD071631}" srcOrd="0" destOrd="0" presId="urn:microsoft.com/office/officeart/2008/layout/LinedList"/>
    <dgm:cxn modelId="{B5A8E371-D485-41F7-AB49-E96E076B5EAE}" type="presOf" srcId="{EEF02555-0D8E-4C8F-9D27-398933A35B2C}" destId="{229441E1-3250-4E61-AB25-A3E7E6C88E1E}" srcOrd="0" destOrd="0" presId="urn:microsoft.com/office/officeart/2008/layout/LinedList"/>
    <dgm:cxn modelId="{A31AE27C-B6E3-4065-8AFE-98D1C22D8C1E}" srcId="{A2F7A33E-B52E-480B-90A2-6579587959E0}" destId="{562A7C04-87A6-40CE-BD05-792E5A111F63}" srcOrd="1" destOrd="0" parTransId="{0CCD6605-3EAB-462E-B22F-1F6E5717AA20}" sibTransId="{9F2E9E8C-30AF-41B5-BF9F-F8518ECEAD22}"/>
    <dgm:cxn modelId="{0FCC6BAE-BC87-4DBC-9F39-A46D0375BF57}" type="presOf" srcId="{31EC4009-7302-4738-ABC8-00B186F1BE55}" destId="{B615616A-E47D-4703-8E0D-149C88A87A8E}" srcOrd="0" destOrd="0" presId="urn:microsoft.com/office/officeart/2008/layout/LinedList"/>
    <dgm:cxn modelId="{438969E9-EE7F-4763-B217-3DD772D8293B}" type="presOf" srcId="{AB47B666-6AE1-42F9-A035-FC0D8B23B385}" destId="{113B94B7-D2C4-4025-A70E-70DB5641E646}" srcOrd="0" destOrd="0" presId="urn:microsoft.com/office/officeart/2008/layout/LinedList"/>
    <dgm:cxn modelId="{7EBD96E9-4B3B-48D8-8168-7D34053975CE}" srcId="{A2F7A33E-B52E-480B-90A2-6579587959E0}" destId="{EEF02555-0D8E-4C8F-9D27-398933A35B2C}" srcOrd="0" destOrd="0" parTransId="{68D6E58E-D3CB-4239-B360-1EE3FC1447D0}" sibTransId="{0D63BD0A-F9C2-4F32-9550-A3EF3B4DCA2C}"/>
    <dgm:cxn modelId="{A675410D-8E4B-4B89-9F51-D8CEC401AB33}" type="presParOf" srcId="{743101FB-3B0D-4D3B-9067-554BC8AD04F8}" destId="{38E57704-0BEA-470D-876C-7578600BE70B}" srcOrd="0" destOrd="0" presId="urn:microsoft.com/office/officeart/2008/layout/LinedList"/>
    <dgm:cxn modelId="{AC5FA6BB-A349-4C7E-857E-EC677E047051}" type="presParOf" srcId="{743101FB-3B0D-4D3B-9067-554BC8AD04F8}" destId="{662B3BD7-75EE-4B8B-AB05-7384B6657C52}" srcOrd="1" destOrd="0" presId="urn:microsoft.com/office/officeart/2008/layout/LinedList"/>
    <dgm:cxn modelId="{9EC08E05-DB96-4692-9302-1A3E7BA9D096}" type="presParOf" srcId="{662B3BD7-75EE-4B8B-AB05-7384B6657C52}" destId="{229441E1-3250-4E61-AB25-A3E7E6C88E1E}" srcOrd="0" destOrd="0" presId="urn:microsoft.com/office/officeart/2008/layout/LinedList"/>
    <dgm:cxn modelId="{27BE85F7-E3A9-4E11-AF85-0738BE7BC351}" type="presParOf" srcId="{662B3BD7-75EE-4B8B-AB05-7384B6657C52}" destId="{C49F286D-A759-41F5-9C81-FB1A97745AF6}" srcOrd="1" destOrd="0" presId="urn:microsoft.com/office/officeart/2008/layout/LinedList"/>
    <dgm:cxn modelId="{83A4EACF-F671-4745-B217-EFE1BD4E56AE}" type="presParOf" srcId="{743101FB-3B0D-4D3B-9067-554BC8AD04F8}" destId="{6DE71989-F09C-4C12-812E-A10709A786D5}" srcOrd="2" destOrd="0" presId="urn:microsoft.com/office/officeart/2008/layout/LinedList"/>
    <dgm:cxn modelId="{B12FE9F0-F0BF-4356-8ACD-1097389E2C10}" type="presParOf" srcId="{743101FB-3B0D-4D3B-9067-554BC8AD04F8}" destId="{1013C19C-DE32-4447-8616-57D1E75EB0DD}" srcOrd="3" destOrd="0" presId="urn:microsoft.com/office/officeart/2008/layout/LinedList"/>
    <dgm:cxn modelId="{366A91C8-7BD2-44F8-9DE5-5C6E8D014690}" type="presParOf" srcId="{1013C19C-DE32-4447-8616-57D1E75EB0DD}" destId="{34BFB581-3D87-47E0-8B40-1292BD071631}" srcOrd="0" destOrd="0" presId="urn:microsoft.com/office/officeart/2008/layout/LinedList"/>
    <dgm:cxn modelId="{2C6F9722-0840-4022-B9B9-DA2C61597CD9}" type="presParOf" srcId="{1013C19C-DE32-4447-8616-57D1E75EB0DD}" destId="{E7D79800-FC27-4EE2-BFAA-519A78179835}" srcOrd="1" destOrd="0" presId="urn:microsoft.com/office/officeart/2008/layout/LinedList"/>
    <dgm:cxn modelId="{0E911325-E118-40C9-9B51-3797AF18E419}" type="presParOf" srcId="{743101FB-3B0D-4D3B-9067-554BC8AD04F8}" destId="{465A5F33-FE05-4C4B-9D01-42A54BB6D22F}" srcOrd="4" destOrd="0" presId="urn:microsoft.com/office/officeart/2008/layout/LinedList"/>
    <dgm:cxn modelId="{7C7EF3DE-2989-42FF-98EC-6680D6A000D5}" type="presParOf" srcId="{743101FB-3B0D-4D3B-9067-554BC8AD04F8}" destId="{0260ABF3-EC13-4AE2-BCD7-7428CBBD0E51}" srcOrd="5" destOrd="0" presId="urn:microsoft.com/office/officeart/2008/layout/LinedList"/>
    <dgm:cxn modelId="{F7E6C48A-0B98-4D2D-827E-6F0852F2EA0B}" type="presParOf" srcId="{0260ABF3-EC13-4AE2-BCD7-7428CBBD0E51}" destId="{9E2F6886-7E17-4E6B-AAA3-D16A257BE6B6}" srcOrd="0" destOrd="0" presId="urn:microsoft.com/office/officeart/2008/layout/LinedList"/>
    <dgm:cxn modelId="{A6E80A71-9331-461B-AEB5-ED351AB0B56E}" type="presParOf" srcId="{0260ABF3-EC13-4AE2-BCD7-7428CBBD0E51}" destId="{092EE51B-9659-4473-8C43-0063F2A3E94F}" srcOrd="1" destOrd="0" presId="urn:microsoft.com/office/officeart/2008/layout/LinedList"/>
    <dgm:cxn modelId="{4956CAF4-BE88-43D7-AFE2-5A0DAB485615}" type="presParOf" srcId="{743101FB-3B0D-4D3B-9067-554BC8AD04F8}" destId="{6CC9ABB0-A476-4A5E-9C76-4CB697D896A6}" srcOrd="6" destOrd="0" presId="urn:microsoft.com/office/officeart/2008/layout/LinedList"/>
    <dgm:cxn modelId="{C351F261-4724-4655-A9F3-1588EE5011DB}" type="presParOf" srcId="{743101FB-3B0D-4D3B-9067-554BC8AD04F8}" destId="{A890C724-3EB2-46C0-90CA-2EEAFF417F49}" srcOrd="7" destOrd="0" presId="urn:microsoft.com/office/officeart/2008/layout/LinedList"/>
    <dgm:cxn modelId="{1CD55921-DE14-4646-94BA-D85F3725732B}" type="presParOf" srcId="{A890C724-3EB2-46C0-90CA-2EEAFF417F49}" destId="{113B94B7-D2C4-4025-A70E-70DB5641E646}" srcOrd="0" destOrd="0" presId="urn:microsoft.com/office/officeart/2008/layout/LinedList"/>
    <dgm:cxn modelId="{F3F30E8B-71F6-4BE4-855C-83A05D98576C}" type="presParOf" srcId="{A890C724-3EB2-46C0-90CA-2EEAFF417F49}" destId="{3E45E20C-F86F-450B-974F-26AEEFF9BC3A}" srcOrd="1" destOrd="0" presId="urn:microsoft.com/office/officeart/2008/layout/LinedList"/>
    <dgm:cxn modelId="{9D87B6DB-A30C-4715-9026-F999E043B48B}" type="presParOf" srcId="{743101FB-3B0D-4D3B-9067-554BC8AD04F8}" destId="{13E8B713-EE3E-41A8-AA08-933C9F9F1A3C}" srcOrd="8" destOrd="0" presId="urn:microsoft.com/office/officeart/2008/layout/LinedList"/>
    <dgm:cxn modelId="{5B97EB68-CABD-4A89-B5B2-64BDD41C1C3B}" type="presParOf" srcId="{743101FB-3B0D-4D3B-9067-554BC8AD04F8}" destId="{7E349BA9-EE18-4893-BA24-87A469DB0E56}" srcOrd="9" destOrd="0" presId="urn:microsoft.com/office/officeart/2008/layout/LinedList"/>
    <dgm:cxn modelId="{44F2B34D-B1EB-4096-AF9A-AC6BD06827E1}" type="presParOf" srcId="{7E349BA9-EE18-4893-BA24-87A469DB0E56}" destId="{BDD5057F-395A-4199-A032-9B68FC2A35C8}" srcOrd="0" destOrd="0" presId="urn:microsoft.com/office/officeart/2008/layout/LinedList"/>
    <dgm:cxn modelId="{43EC7AB5-780F-47C5-BD59-0F2B6B39C0CC}" type="presParOf" srcId="{7E349BA9-EE18-4893-BA24-87A469DB0E56}" destId="{98B24C9C-A29D-4E64-BC3F-EA04C7847DF5}" srcOrd="1" destOrd="0" presId="urn:microsoft.com/office/officeart/2008/layout/LinedList"/>
    <dgm:cxn modelId="{ECD6EE4C-C6CD-48E8-9761-A982813563A3}" type="presParOf" srcId="{743101FB-3B0D-4D3B-9067-554BC8AD04F8}" destId="{B51F71C3-C34D-490D-BC09-F49C90EDE127}" srcOrd="10" destOrd="0" presId="urn:microsoft.com/office/officeart/2008/layout/LinedList"/>
    <dgm:cxn modelId="{E8CC8FD3-87BB-4E9B-B901-12BD7535F9F2}" type="presParOf" srcId="{743101FB-3B0D-4D3B-9067-554BC8AD04F8}" destId="{662BAA1A-8C2E-46A2-96AD-5114958253AC}" srcOrd="11" destOrd="0" presId="urn:microsoft.com/office/officeart/2008/layout/LinedList"/>
    <dgm:cxn modelId="{C5E3D0DA-9578-485C-B711-E9D65288259D}" type="presParOf" srcId="{662BAA1A-8C2E-46A2-96AD-5114958253AC}" destId="{B615616A-E47D-4703-8E0D-149C88A87A8E}" srcOrd="0" destOrd="0" presId="urn:microsoft.com/office/officeart/2008/layout/LinedList"/>
    <dgm:cxn modelId="{5569B082-9859-458E-B4BF-A92BA8DBB59C}" type="presParOf" srcId="{662BAA1A-8C2E-46A2-96AD-5114958253AC}" destId="{E3A76A78-FBCF-4961-9AF1-AF91CC98EDD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B6C70-C977-4043-8B49-E269F9D94E75}">
      <dsp:nvSpPr>
        <dsp:cNvPr id="0" name=""/>
        <dsp:cNvSpPr/>
      </dsp:nvSpPr>
      <dsp:spPr>
        <a:xfrm>
          <a:off x="0" y="5755"/>
          <a:ext cx="10999839" cy="4779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Adjusted R-squared:  0.3567</a:t>
          </a:r>
        </a:p>
      </dsp:txBody>
      <dsp:txXfrm>
        <a:off x="23331" y="29086"/>
        <a:ext cx="10953177" cy="431283"/>
      </dsp:txXfrm>
    </dsp:sp>
    <dsp:sp modelId="{EBCABB42-50AE-4D5D-9979-5A25F09CB2A4}">
      <dsp:nvSpPr>
        <dsp:cNvPr id="0" name=""/>
        <dsp:cNvSpPr/>
      </dsp:nvSpPr>
      <dsp:spPr>
        <a:xfrm>
          <a:off x="0" y="538420"/>
          <a:ext cx="10999839" cy="4779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p-value: &lt; 2.2e-16</a:t>
          </a:r>
        </a:p>
      </dsp:txBody>
      <dsp:txXfrm>
        <a:off x="23331" y="561751"/>
        <a:ext cx="10953177" cy="431283"/>
      </dsp:txXfrm>
    </dsp:sp>
    <dsp:sp modelId="{69722AF7-2E9E-44FA-8CB8-C9D5689EA301}">
      <dsp:nvSpPr>
        <dsp:cNvPr id="0" name=""/>
        <dsp:cNvSpPr/>
      </dsp:nvSpPr>
      <dsp:spPr>
        <a:xfrm>
          <a:off x="0" y="1071085"/>
          <a:ext cx="10999839" cy="4779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Adjusted R-squared is sightly increased.</a:t>
          </a:r>
        </a:p>
      </dsp:txBody>
      <dsp:txXfrm>
        <a:off x="23331" y="1094416"/>
        <a:ext cx="10953177" cy="4312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D6EC3-4D24-48C4-9214-C0E6CBBA48D4}">
      <dsp:nvSpPr>
        <dsp:cNvPr id="0" name=""/>
        <dsp:cNvSpPr/>
      </dsp:nvSpPr>
      <dsp:spPr>
        <a:xfrm>
          <a:off x="0" y="286005"/>
          <a:ext cx="10982632" cy="528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4FC421-635C-464A-849C-9E21C6536205}">
      <dsp:nvSpPr>
        <dsp:cNvPr id="0" name=""/>
        <dsp:cNvSpPr/>
      </dsp:nvSpPr>
      <dsp:spPr>
        <a:xfrm>
          <a:off x="159723" y="404807"/>
          <a:ext cx="290405" cy="290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A77801-8A27-489C-8D10-7095B8210772}">
      <dsp:nvSpPr>
        <dsp:cNvPr id="0" name=""/>
        <dsp:cNvSpPr/>
      </dsp:nvSpPr>
      <dsp:spPr>
        <a:xfrm>
          <a:off x="609851" y="286005"/>
          <a:ext cx="10372780" cy="528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81" tIns="55881" rIns="55881" bIns="55881" numCol="1" spcCol="1270" anchor="ctr" anchorCtr="0">
          <a:noAutofit/>
        </a:bodyPr>
        <a:lstStyle/>
        <a:p>
          <a:pPr marL="0" lvl="0" indent="0" algn="l" defTabSz="711200">
            <a:lnSpc>
              <a:spcPct val="100000"/>
            </a:lnSpc>
            <a:spcBef>
              <a:spcPct val="0"/>
            </a:spcBef>
            <a:spcAft>
              <a:spcPct val="35000"/>
            </a:spcAft>
            <a:buNone/>
          </a:pPr>
          <a:r>
            <a:rPr lang="en-US" sz="1600" b="1" kern="1200"/>
            <a:t>Transformed model:</a:t>
          </a:r>
          <a:endParaRPr lang="en-US" sz="1600" kern="1200"/>
        </a:p>
      </dsp:txBody>
      <dsp:txXfrm>
        <a:off x="609851" y="286005"/>
        <a:ext cx="10372780" cy="528010"/>
      </dsp:txXfrm>
    </dsp:sp>
    <dsp:sp modelId="{4ACAFAA4-39F9-4C6F-B6A6-E3AF2C90A781}">
      <dsp:nvSpPr>
        <dsp:cNvPr id="0" name=""/>
        <dsp:cNvSpPr/>
      </dsp:nvSpPr>
      <dsp:spPr>
        <a:xfrm>
          <a:off x="0" y="946018"/>
          <a:ext cx="10982632" cy="528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57DA5-7C1B-431E-A84E-6B217D3010EB}">
      <dsp:nvSpPr>
        <dsp:cNvPr id="0" name=""/>
        <dsp:cNvSpPr/>
      </dsp:nvSpPr>
      <dsp:spPr>
        <a:xfrm>
          <a:off x="159723" y="1064820"/>
          <a:ext cx="290405" cy="290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DE5160-1D20-435D-9190-4DEE7605A94A}">
      <dsp:nvSpPr>
        <dsp:cNvPr id="0" name=""/>
        <dsp:cNvSpPr/>
      </dsp:nvSpPr>
      <dsp:spPr>
        <a:xfrm>
          <a:off x="609851" y="946018"/>
          <a:ext cx="10372780" cy="528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81" tIns="55881" rIns="55881" bIns="55881" numCol="1" spcCol="1270" anchor="ctr" anchorCtr="0">
          <a:noAutofit/>
        </a:bodyPr>
        <a:lstStyle/>
        <a:p>
          <a:pPr marL="0" lvl="0" indent="0" algn="l" defTabSz="711200">
            <a:lnSpc>
              <a:spcPct val="100000"/>
            </a:lnSpc>
            <a:spcBef>
              <a:spcPct val="0"/>
            </a:spcBef>
            <a:spcAft>
              <a:spcPct val="35000"/>
            </a:spcAft>
            <a:buNone/>
          </a:pPr>
          <a:r>
            <a:rPr lang="en-US" sz="1600" kern="1200" dirty="0"/>
            <a:t>Y’= 1.110 + 0.001x1 – 0.213x2 – 0.043x3 – 0.335x5 + 0.0008x6 – 0.0005x7 + 0.451x8 – 0.095x9 + 0.153x10 + 0.050x11</a:t>
          </a:r>
        </a:p>
      </dsp:txBody>
      <dsp:txXfrm>
        <a:off x="609851" y="946018"/>
        <a:ext cx="10372780" cy="52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E57704-0BEA-470D-876C-7578600BE70B}">
      <dsp:nvSpPr>
        <dsp:cNvPr id="0" name=""/>
        <dsp:cNvSpPr/>
      </dsp:nvSpPr>
      <dsp:spPr>
        <a:xfrm>
          <a:off x="0" y="2304"/>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9441E1-3250-4E61-AB25-A3E7E6C88E1E}">
      <dsp:nvSpPr>
        <dsp:cNvPr id="0" name=""/>
        <dsp:cNvSpPr/>
      </dsp:nvSpPr>
      <dsp:spPr>
        <a:xfrm>
          <a:off x="0" y="2304"/>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ea typeface="Calibri" panose="020F0502020204030204" pitchFamily="34" charset="0"/>
              <a:cs typeface="Calibri" panose="020F0502020204030204" pitchFamily="34" charset="0"/>
            </a:rPr>
            <a:t>Initially tried with the full model, Adj R-squared = 0.3561.</a:t>
          </a:r>
        </a:p>
      </dsp:txBody>
      <dsp:txXfrm>
        <a:off x="0" y="2304"/>
        <a:ext cx="10697496" cy="785812"/>
      </dsp:txXfrm>
    </dsp:sp>
    <dsp:sp modelId="{6DE71989-F09C-4C12-812E-A10709A786D5}">
      <dsp:nvSpPr>
        <dsp:cNvPr id="0" name=""/>
        <dsp:cNvSpPr/>
      </dsp:nvSpPr>
      <dsp:spPr>
        <a:xfrm>
          <a:off x="0" y="788117"/>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FB581-3D87-47E0-8B40-1292BD071631}">
      <dsp:nvSpPr>
        <dsp:cNvPr id="0" name=""/>
        <dsp:cNvSpPr/>
      </dsp:nvSpPr>
      <dsp:spPr>
        <a:xfrm>
          <a:off x="0" y="788117"/>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ea typeface="Calibri" panose="020F0502020204030204" pitchFamily="34" charset="0"/>
              <a:cs typeface="Calibri" panose="020F0502020204030204" pitchFamily="34" charset="0"/>
            </a:rPr>
            <a:t>Then, I tried to improve the model by forming the reduced model, first transformation (y</a:t>
          </a:r>
          <a:r>
            <a:rPr lang="en-US" sz="2000" b="1" kern="1200" dirty="0">
              <a:latin typeface="Calibri" panose="020F0502020204030204" pitchFamily="34" charset="0"/>
              <a:ea typeface="Calibri" panose="020F0502020204030204" pitchFamily="34" charset="0"/>
              <a:cs typeface="Calibri" panose="020F0502020204030204" pitchFamily="34" charset="0"/>
            </a:rPr>
            <a:t>’ = ln(y)</a:t>
          </a:r>
          <a:r>
            <a:rPr lang="en-US" sz="2000" kern="1200" dirty="0">
              <a:latin typeface="Calibri" panose="020F0502020204030204" pitchFamily="34" charset="0"/>
              <a:ea typeface="Calibri" panose="020F0502020204030204" pitchFamily="34" charset="0"/>
              <a:cs typeface="Calibri" panose="020F0502020204030204" pitchFamily="34" charset="0"/>
            </a:rPr>
            <a:t>),</a:t>
          </a:r>
        </a:p>
        <a:p>
          <a:pPr marL="0" lvl="0" indent="0" algn="l" defTabSz="889000">
            <a:lnSpc>
              <a:spcPct val="90000"/>
            </a:lnSpc>
            <a:spcBef>
              <a:spcPct val="0"/>
            </a:spcBef>
            <a:spcAft>
              <a:spcPct val="35000"/>
            </a:spcAft>
            <a:buFont typeface="Arial" panose="020B0604020202020204" pitchFamily="34" charset="0"/>
            <a:buNone/>
          </a:pPr>
          <a:r>
            <a:rPr lang="en-US" sz="2000" kern="1200" dirty="0">
              <a:latin typeface="Calibri" panose="020F0502020204030204" pitchFamily="34" charset="0"/>
              <a:ea typeface="Calibri" panose="020F0502020204030204" pitchFamily="34" charset="0"/>
              <a:cs typeface="Calibri" panose="020F0502020204030204" pitchFamily="34" charset="0"/>
            </a:rPr>
            <a:t>2nd transformation (y</a:t>
          </a:r>
          <a:r>
            <a:rPr lang="en-US" sz="2000" b="1" kern="1200" dirty="0">
              <a:latin typeface="Calibri" panose="020F0502020204030204" pitchFamily="34" charset="0"/>
              <a:ea typeface="Calibri" panose="020F0502020204030204" pitchFamily="34" charset="0"/>
              <a:cs typeface="Calibri" panose="020F0502020204030204" pitchFamily="34" charset="0"/>
            </a:rPr>
            <a:t>’ = y^-1/2</a:t>
          </a:r>
          <a:r>
            <a:rPr lang="en-US" sz="2000" kern="1200" dirty="0">
              <a:latin typeface="Calibri" panose="020F0502020204030204" pitchFamily="34" charset="0"/>
              <a:ea typeface="Calibri" panose="020F0502020204030204" pitchFamily="34" charset="0"/>
              <a:cs typeface="Calibri" panose="020F0502020204030204" pitchFamily="34" charset="0"/>
            </a:rPr>
            <a:t>) and the 3rd transformation (BOX-COX).</a:t>
          </a:r>
        </a:p>
        <a:p>
          <a:pPr marL="0" lvl="0" indent="0" algn="l" defTabSz="889000">
            <a:lnSpc>
              <a:spcPct val="90000"/>
            </a:lnSpc>
            <a:spcBef>
              <a:spcPct val="0"/>
            </a:spcBef>
            <a:spcAft>
              <a:spcPct val="35000"/>
            </a:spcAft>
            <a:buNone/>
          </a:pPr>
          <a:endParaRPr lang="en-US" sz="2000" kern="1200" dirty="0">
            <a:latin typeface="Calibri" panose="020F0502020204030204" pitchFamily="34" charset="0"/>
            <a:ea typeface="Calibri" panose="020F0502020204030204" pitchFamily="34" charset="0"/>
            <a:cs typeface="Calibri" panose="020F0502020204030204" pitchFamily="34" charset="0"/>
          </a:endParaRPr>
        </a:p>
      </dsp:txBody>
      <dsp:txXfrm>
        <a:off x="0" y="788117"/>
        <a:ext cx="10697496" cy="785812"/>
      </dsp:txXfrm>
    </dsp:sp>
    <dsp:sp modelId="{465A5F33-FE05-4C4B-9D01-42A54BB6D22F}">
      <dsp:nvSpPr>
        <dsp:cNvPr id="0" name=""/>
        <dsp:cNvSpPr/>
      </dsp:nvSpPr>
      <dsp:spPr>
        <a:xfrm>
          <a:off x="0" y="1573929"/>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2F6886-7E17-4E6B-AAA3-D16A257BE6B6}">
      <dsp:nvSpPr>
        <dsp:cNvPr id="0" name=""/>
        <dsp:cNvSpPr/>
      </dsp:nvSpPr>
      <dsp:spPr>
        <a:xfrm>
          <a:off x="0" y="1573929"/>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latin typeface="Calibri" panose="020F0502020204030204" pitchFamily="34" charset="0"/>
              <a:ea typeface="Calibri" panose="020F0502020204030204" pitchFamily="34" charset="0"/>
              <a:cs typeface="Calibri" panose="020F0502020204030204" pitchFamily="34" charset="0"/>
            </a:rPr>
            <a:t>Compared the values of the Adj R-squared value among different methods.</a:t>
          </a:r>
        </a:p>
      </dsp:txBody>
      <dsp:txXfrm>
        <a:off x="0" y="1573929"/>
        <a:ext cx="10697496" cy="785812"/>
      </dsp:txXfrm>
    </dsp:sp>
    <dsp:sp modelId="{6CC9ABB0-A476-4A5E-9C76-4CB697D896A6}">
      <dsp:nvSpPr>
        <dsp:cNvPr id="0" name=""/>
        <dsp:cNvSpPr/>
      </dsp:nvSpPr>
      <dsp:spPr>
        <a:xfrm>
          <a:off x="0" y="2359742"/>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B94B7-D2C4-4025-A70E-70DB5641E646}">
      <dsp:nvSpPr>
        <dsp:cNvPr id="0" name=""/>
        <dsp:cNvSpPr/>
      </dsp:nvSpPr>
      <dsp:spPr>
        <a:xfrm>
          <a:off x="0" y="2359742"/>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ea typeface="Calibri" panose="020F0502020204030204" pitchFamily="34" charset="0"/>
              <a:cs typeface="Calibri" panose="020F0502020204030204" pitchFamily="34" charset="0"/>
            </a:rPr>
            <a:t>Observed that the 1</a:t>
          </a:r>
          <a:r>
            <a:rPr lang="en-US" sz="2000" kern="1200" baseline="30000" dirty="0">
              <a:latin typeface="Calibri" panose="020F0502020204030204" pitchFamily="34" charset="0"/>
              <a:ea typeface="Calibri" panose="020F0502020204030204" pitchFamily="34" charset="0"/>
              <a:cs typeface="Calibri" panose="020F0502020204030204" pitchFamily="34" charset="0"/>
            </a:rPr>
            <a:t>st</a:t>
          </a:r>
          <a:r>
            <a:rPr lang="en-US" sz="2000" kern="1200" dirty="0">
              <a:latin typeface="Calibri" panose="020F0502020204030204" pitchFamily="34" charset="0"/>
              <a:ea typeface="Calibri" panose="020F0502020204030204" pitchFamily="34" charset="0"/>
              <a:cs typeface="Calibri" panose="020F0502020204030204" pitchFamily="34" charset="0"/>
            </a:rPr>
            <a:t> , 2</a:t>
          </a:r>
          <a:r>
            <a:rPr lang="en-US" sz="2000" kern="1200" baseline="30000" dirty="0">
              <a:latin typeface="Calibri" panose="020F0502020204030204" pitchFamily="34" charset="0"/>
              <a:ea typeface="Calibri" panose="020F0502020204030204" pitchFamily="34" charset="0"/>
              <a:cs typeface="Calibri" panose="020F0502020204030204" pitchFamily="34" charset="0"/>
            </a:rPr>
            <a:t>nd</a:t>
          </a:r>
          <a:r>
            <a:rPr lang="en-US" sz="2000" kern="1200" dirty="0">
              <a:latin typeface="Calibri" panose="020F0502020204030204" pitchFamily="34" charset="0"/>
              <a:ea typeface="Calibri" panose="020F0502020204030204" pitchFamily="34" charset="0"/>
              <a:cs typeface="Calibri" panose="020F0502020204030204" pitchFamily="34" charset="0"/>
            </a:rPr>
            <a:t> transformations are decreasing the adj R-squared values and even though the 3</a:t>
          </a:r>
          <a:r>
            <a:rPr lang="en-US" sz="2000" kern="1200" baseline="30000" dirty="0">
              <a:latin typeface="Calibri" panose="020F0502020204030204" pitchFamily="34" charset="0"/>
              <a:ea typeface="Calibri" panose="020F0502020204030204" pitchFamily="34" charset="0"/>
              <a:cs typeface="Calibri" panose="020F0502020204030204" pitchFamily="34" charset="0"/>
            </a:rPr>
            <a:t>rd</a:t>
          </a:r>
          <a:r>
            <a:rPr lang="en-US" sz="2000" kern="1200" dirty="0">
              <a:latin typeface="Calibri" panose="020F0502020204030204" pitchFamily="34" charset="0"/>
              <a:ea typeface="Calibri" panose="020F0502020204030204" pitchFamily="34" charset="0"/>
              <a:cs typeface="Calibri" panose="020F0502020204030204" pitchFamily="34" charset="0"/>
            </a:rPr>
            <a:t> transformation is better than the other two transformations, but it is also decreasing .</a:t>
          </a:r>
        </a:p>
      </dsp:txBody>
      <dsp:txXfrm>
        <a:off x="0" y="2359742"/>
        <a:ext cx="10697496" cy="785812"/>
      </dsp:txXfrm>
    </dsp:sp>
    <dsp:sp modelId="{13E8B713-EE3E-41A8-AA08-933C9F9F1A3C}">
      <dsp:nvSpPr>
        <dsp:cNvPr id="0" name=""/>
        <dsp:cNvSpPr/>
      </dsp:nvSpPr>
      <dsp:spPr>
        <a:xfrm>
          <a:off x="0" y="3145555"/>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D5057F-395A-4199-A032-9B68FC2A35C8}">
      <dsp:nvSpPr>
        <dsp:cNvPr id="0" name=""/>
        <dsp:cNvSpPr/>
      </dsp:nvSpPr>
      <dsp:spPr>
        <a:xfrm>
          <a:off x="0" y="3145555"/>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ea typeface="Calibri" panose="020F0502020204030204" pitchFamily="34" charset="0"/>
              <a:cs typeface="Calibri" panose="020F0502020204030204" pitchFamily="34" charset="0"/>
            </a:rPr>
            <a:t>Finally, only the Reduced model Adj R-squared = 0.3567 is slightly increased than the full model.</a:t>
          </a:r>
        </a:p>
      </dsp:txBody>
      <dsp:txXfrm>
        <a:off x="0" y="3145555"/>
        <a:ext cx="10697496" cy="785812"/>
      </dsp:txXfrm>
    </dsp:sp>
    <dsp:sp modelId="{B51F71C3-C34D-490D-BC09-F49C90EDE127}">
      <dsp:nvSpPr>
        <dsp:cNvPr id="0" name=""/>
        <dsp:cNvSpPr/>
      </dsp:nvSpPr>
      <dsp:spPr>
        <a:xfrm>
          <a:off x="0" y="3931367"/>
          <a:ext cx="1069749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15616A-E47D-4703-8E0D-149C88A87A8E}">
      <dsp:nvSpPr>
        <dsp:cNvPr id="0" name=""/>
        <dsp:cNvSpPr/>
      </dsp:nvSpPr>
      <dsp:spPr>
        <a:xfrm>
          <a:off x="0" y="3931367"/>
          <a:ext cx="10697496" cy="7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The factors that influence the quality of the wine are volatile acidity, chlorides, free sulfur dioxide, total sulfur dioxide, density, sulfates, and alcohol.</a:t>
          </a:r>
          <a:endParaRPr lang="en-US" sz="2000" kern="1200" dirty="0">
            <a:latin typeface="Calibri" panose="020F0502020204030204" pitchFamily="34" charset="0"/>
            <a:ea typeface="Calibri" panose="020F0502020204030204" pitchFamily="34" charset="0"/>
            <a:cs typeface="Calibri" panose="020F0502020204030204" pitchFamily="34" charset="0"/>
          </a:endParaRPr>
        </a:p>
      </dsp:txBody>
      <dsp:txXfrm>
        <a:off x="0" y="3931367"/>
        <a:ext cx="10697496" cy="7858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3:52.32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3:53.6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3:54.80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3:55.9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3:58.7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4:18.36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58,'631'0,"-547"4,106 18,44 4,-39-24,-95-3,163 18,-170-7,0-5,96-7,-51 0,-50 3,-11 0,139-14,50-10,-112 13,160-27,-153 12,-92 13,0 2,71 0,758 11,-821 1,82 12,-76-2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6:24:28.2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3T08:04:00.2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1 194,'886'0,"-805"4,104 18,-103-10,4-2,80 14,-124-18,84 1,4 1,5 3,144-5,-207-7,-30 3,53 10,28 1,141-12,-160-1,-84 1,1 1,36 8,-35-5,0-1,26 1,549-3,-288-4,-221 2,20 1,110-13,31-7,-33 4,2 2,4-1,240 3,-160 10,-131-12,58-1,154-2,-118 5,-369-13,75 19,-26-5,-111-6,-4 3,11 0,-770 12,449 3,395-1,28 1,0-3,-95-13,64 3,0 4,-149 6,123 2,-342-28,40 0,189 13,-9 1,76-1,9 1,-766 12,441 3,-67-2,520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432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73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167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682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374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41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59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5719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62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445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4/23/2024</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846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4/23/2024</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46057657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72"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5.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customXml" Target="../ink/ink6.xml"/><Relationship Id="rId4" Type="http://schemas.openxmlformats.org/officeDocument/2006/relationships/customXml" Target="../ink/ink1.xml"/><Relationship Id="rId9" Type="http://schemas.openxmlformats.org/officeDocument/2006/relationships/customXml" Target="../ink/ink5.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Wine barrels">
            <a:extLst>
              <a:ext uri="{FF2B5EF4-FFF2-40B4-BE49-F238E27FC236}">
                <a16:creationId xmlns:a16="http://schemas.microsoft.com/office/drawing/2014/main" id="{57D02CC7-1FBC-63DE-5668-E9221AA291D1}"/>
              </a:ext>
            </a:extLst>
          </p:cNvPr>
          <p:cNvPicPr>
            <a:picLocks noChangeAspect="1"/>
          </p:cNvPicPr>
          <p:nvPr/>
        </p:nvPicPr>
        <p:blipFill rotWithShape="1">
          <a:blip r:embed="rId2">
            <a:alphaModFix/>
          </a:blip>
          <a:srcRect t="5550" b="10180"/>
          <a:stretch/>
        </p:blipFill>
        <p:spPr>
          <a:xfrm>
            <a:off x="1" y="10"/>
            <a:ext cx="12192000" cy="6857990"/>
          </a:xfrm>
          <a:prstGeom prst="rect">
            <a:avLst/>
          </a:prstGeom>
        </p:spPr>
      </p:pic>
      <p:sp>
        <p:nvSpPr>
          <p:cNvPr id="72" name="Rectangle 71">
            <a:extLst>
              <a:ext uri="{FF2B5EF4-FFF2-40B4-BE49-F238E27FC236}">
                <a16:creationId xmlns:a16="http://schemas.microsoft.com/office/drawing/2014/main" id="{2D92A843-3FA1-4DFF-99F6-47FA457D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14761" cy="6858000"/>
          </a:xfrm>
          <a:prstGeom prst="rect">
            <a:avLst/>
          </a:prstGeom>
          <a:gradFill flip="none" rotWithShape="1">
            <a:gsLst>
              <a:gs pos="100000">
                <a:schemeClr val="accent4">
                  <a:alpha val="60000"/>
                </a:schemeClr>
              </a:gs>
              <a:gs pos="0">
                <a:schemeClr val="accent2">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FA68A0-4ADD-5527-CC9E-3FF9184C427E}"/>
              </a:ext>
            </a:extLst>
          </p:cNvPr>
          <p:cNvSpPr>
            <a:spLocks noGrp="1"/>
          </p:cNvSpPr>
          <p:nvPr>
            <p:ph type="ctrTitle"/>
          </p:nvPr>
        </p:nvSpPr>
        <p:spPr>
          <a:xfrm>
            <a:off x="793159" y="1377146"/>
            <a:ext cx="3672965" cy="3626217"/>
          </a:xfrm>
        </p:spPr>
        <p:txBody>
          <a:bodyPr anchor="b">
            <a:normAutofit/>
          </a:bodyPr>
          <a:lstStyle/>
          <a:p>
            <a:pPr algn="r"/>
            <a:r>
              <a:rPr lang="en-US" sz="3500" dirty="0">
                <a:solidFill>
                  <a:schemeClr val="bg1"/>
                </a:solidFill>
              </a:rPr>
              <a:t>Wine Quality Prediction</a:t>
            </a:r>
            <a:br>
              <a:rPr lang="en-US" sz="3500" dirty="0">
                <a:solidFill>
                  <a:schemeClr val="bg1"/>
                </a:solidFill>
              </a:rPr>
            </a:br>
            <a:endParaRPr lang="en-US" sz="3500" dirty="0">
              <a:solidFill>
                <a:schemeClr val="bg1"/>
              </a:solidFill>
            </a:endParaRPr>
          </a:p>
        </p:txBody>
      </p:sp>
      <p:sp>
        <p:nvSpPr>
          <p:cNvPr id="3" name="Subtitle 2">
            <a:extLst>
              <a:ext uri="{FF2B5EF4-FFF2-40B4-BE49-F238E27FC236}">
                <a16:creationId xmlns:a16="http://schemas.microsoft.com/office/drawing/2014/main" id="{080FA964-4A1D-9F8F-B86F-F92D23682D4E}"/>
              </a:ext>
            </a:extLst>
          </p:cNvPr>
          <p:cNvSpPr>
            <a:spLocks noGrp="1"/>
          </p:cNvSpPr>
          <p:nvPr>
            <p:ph type="subTitle" idx="1"/>
          </p:nvPr>
        </p:nvSpPr>
        <p:spPr>
          <a:xfrm>
            <a:off x="793159" y="5170453"/>
            <a:ext cx="3672963" cy="990197"/>
          </a:xfrm>
        </p:spPr>
        <p:txBody>
          <a:bodyPr>
            <a:normAutofit lnSpcReduction="10000"/>
          </a:bodyPr>
          <a:lstStyle/>
          <a:p>
            <a:pPr algn="r"/>
            <a:r>
              <a:rPr lang="en-US" sz="1700" b="1" dirty="0">
                <a:solidFill>
                  <a:schemeClr val="bg1"/>
                </a:solidFill>
              </a:rPr>
              <a:t>BY</a:t>
            </a:r>
          </a:p>
          <a:p>
            <a:pPr algn="r"/>
            <a:r>
              <a:rPr lang="en-US" sz="1700" b="1" dirty="0">
                <a:solidFill>
                  <a:schemeClr val="bg1"/>
                </a:solidFill>
              </a:rPr>
              <a:t>AJAY KUMAR REDDY POREDDY</a:t>
            </a:r>
          </a:p>
          <a:p>
            <a:pPr algn="r"/>
            <a:r>
              <a:rPr lang="en-US" sz="1700" b="1" dirty="0">
                <a:solidFill>
                  <a:schemeClr val="bg1"/>
                </a:solidFill>
              </a:rPr>
              <a:t>2247259</a:t>
            </a:r>
          </a:p>
          <a:p>
            <a:pPr algn="r"/>
            <a:endParaRPr lang="en-US" sz="1700" dirty="0">
              <a:solidFill>
                <a:schemeClr val="bg1"/>
              </a:solidFill>
            </a:endParaRPr>
          </a:p>
        </p:txBody>
      </p:sp>
      <p:sp>
        <p:nvSpPr>
          <p:cNvPr id="73"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57736" y="815001"/>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74" name="Graphic 15">
            <a:extLst>
              <a:ext uri="{FF2B5EF4-FFF2-40B4-BE49-F238E27FC236}">
                <a16:creationId xmlns:a16="http://schemas.microsoft.com/office/drawing/2014/main" id="{8550FED7-7C32-42BB-98DB-30272A633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16516" y="104429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cxnSp>
        <p:nvCxnSpPr>
          <p:cNvPr id="75" name="Straight Connector 7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274341"/>
            <a:ext cx="11353800"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25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6945-F6CA-E380-E4C0-D81242DF0368}"/>
              </a:ext>
            </a:extLst>
          </p:cNvPr>
          <p:cNvSpPr>
            <a:spLocks noGrp="1"/>
          </p:cNvSpPr>
          <p:nvPr>
            <p:ph type="title"/>
          </p:nvPr>
        </p:nvSpPr>
        <p:spPr>
          <a:xfrm>
            <a:off x="838200" y="1021693"/>
            <a:ext cx="10515600" cy="933604"/>
          </a:xfrm>
        </p:spPr>
        <p:txBody>
          <a:bodyPr>
            <a:norm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DATASET :</a:t>
            </a:r>
            <a:r>
              <a:rPr lang="en-US" sz="1800" dirty="0">
                <a:latin typeface="Calibri" panose="020F0502020204030204" pitchFamily="34" charset="0"/>
                <a:ea typeface="Calibri" panose="020F0502020204030204" pitchFamily="34" charset="0"/>
                <a:cs typeface="Calibri" panose="020F0502020204030204" pitchFamily="34" charset="0"/>
              </a:rPr>
              <a:t>The wine quality dataset comprises various physicochemical properties of wines. This dataset provides valuable insights into the relationship between wine composition and perceived quality, offering an opportunity for analysis and predictive modeling.</a:t>
            </a:r>
            <a:endParaRPr lang="en-US" sz="1800" dirty="0">
              <a:solidFill>
                <a:schemeClr val="bg1"/>
              </a:solidFill>
              <a:highlight>
                <a:srgbClr val="000000"/>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Content Placeholder 3" descr="A screenshot of a spreadsheet&#10;&#10;Description automatically generated">
            <a:extLst>
              <a:ext uri="{FF2B5EF4-FFF2-40B4-BE49-F238E27FC236}">
                <a16:creationId xmlns:a16="http://schemas.microsoft.com/office/drawing/2014/main" id="{59DE01C1-5C60-FB3D-B252-E0A0B0D501FF}"/>
              </a:ext>
            </a:extLst>
          </p:cNvPr>
          <p:cNvPicPr>
            <a:picLocks noGrp="1" noChangeAspect="1"/>
          </p:cNvPicPr>
          <p:nvPr>
            <p:ph idx="1"/>
          </p:nvPr>
        </p:nvPicPr>
        <p:blipFill>
          <a:blip r:embed="rId2"/>
          <a:stretch>
            <a:fillRect/>
          </a:stretch>
        </p:blipFill>
        <p:spPr>
          <a:xfrm>
            <a:off x="1232315" y="2123307"/>
            <a:ext cx="10121485" cy="3503943"/>
          </a:xfrm>
          <a:prstGeom prst="rect">
            <a:avLst/>
          </a:prstGeom>
        </p:spPr>
      </p:pic>
      <p:sp>
        <p:nvSpPr>
          <p:cNvPr id="5" name="TextBox 4">
            <a:extLst>
              <a:ext uri="{FF2B5EF4-FFF2-40B4-BE49-F238E27FC236}">
                <a16:creationId xmlns:a16="http://schemas.microsoft.com/office/drawing/2014/main" id="{FCA2F515-A9DA-E82E-0773-C3DF208A9984}"/>
              </a:ext>
            </a:extLst>
          </p:cNvPr>
          <p:cNvSpPr txBox="1"/>
          <p:nvPr/>
        </p:nvSpPr>
        <p:spPr>
          <a:xfrm>
            <a:off x="1622322" y="5721743"/>
            <a:ext cx="8750710" cy="1463606"/>
          </a:xfrm>
          <a:prstGeom prst="rect">
            <a:avLst/>
          </a:prstGeom>
          <a:noFill/>
        </p:spPr>
        <p:txBody>
          <a:bodyPr wrap="square" rtlCol="0">
            <a:spAutoFit/>
          </a:bodyPr>
          <a:lstStyle/>
          <a:p>
            <a:pPr marL="0" marR="0">
              <a:lnSpc>
                <a:spcPct val="107000"/>
              </a:lnSpc>
              <a:spcBef>
                <a:spcPts val="0"/>
              </a:spcBef>
              <a:spcAft>
                <a:spcPts val="800"/>
              </a:spcAft>
            </a:pPr>
            <a:r>
              <a:rPr lang="en-IN" sz="1800"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The response variable (Y) is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quality</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IN" sz="1800"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The predictor variables (X</a:t>
            </a:r>
            <a:r>
              <a:rPr lang="en-IN" sz="1800" kern="100" baseline="-250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i</a:t>
            </a:r>
            <a:r>
              <a:rPr lang="en-IN" sz="1800"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are </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fixed acidity, volatile acidity, citric acid,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residual sugar</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chlorides</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free sulfur dioxide</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total sulfur dioxide</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a:t>
            </a:r>
            <a:r>
              <a:rPr lang="en-IN"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density</a:t>
            </a:r>
            <a:r>
              <a:rPr lang="en-IN" sz="1800" b="1" kern="100" dirty="0">
                <a:solidFill>
                  <a:srgbClr val="000000"/>
                </a:solidFill>
                <a:effectLst/>
                <a:latin typeface="Calibri" panose="020F0502020204030204" pitchFamily="34" charset="0"/>
                <a:ea typeface="Aptos" panose="020B0004020202020204" pitchFamily="34" charset="0"/>
                <a:cs typeface="Times New Roman" panose="02020603050405020304" pitchFamily="18" charset="0"/>
              </a:rPr>
              <a:t>, pH, sulphates, alcohol.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6" name="TextBox 5">
            <a:extLst>
              <a:ext uri="{FF2B5EF4-FFF2-40B4-BE49-F238E27FC236}">
                <a16:creationId xmlns:a16="http://schemas.microsoft.com/office/drawing/2014/main" id="{3428780C-7983-7F57-4013-CF63F525DC7A}"/>
              </a:ext>
            </a:extLst>
          </p:cNvPr>
          <p:cNvSpPr txBox="1"/>
          <p:nvPr/>
        </p:nvSpPr>
        <p:spPr>
          <a:xfrm>
            <a:off x="1232315" y="296267"/>
            <a:ext cx="9140717" cy="646331"/>
          </a:xfrm>
          <a:prstGeom prst="rect">
            <a:avLst/>
          </a:prstGeom>
          <a:noFill/>
        </p:spPr>
        <p:txBody>
          <a:bodyPr wrap="square" rtlCol="0">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INTRODUCTION</a:t>
            </a:r>
          </a:p>
        </p:txBody>
      </p:sp>
    </p:spTree>
    <p:extLst>
      <p:ext uri="{BB962C8B-B14F-4D97-AF65-F5344CB8AC3E}">
        <p14:creationId xmlns:p14="http://schemas.microsoft.com/office/powerpoint/2010/main" val="727965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7F66C-2032-D4FE-EB9B-C67D6725753C}"/>
              </a:ext>
            </a:extLst>
          </p:cNvPr>
          <p:cNvSpPr>
            <a:spLocks noGrp="1"/>
          </p:cNvSpPr>
          <p:nvPr>
            <p:ph type="title"/>
          </p:nvPr>
        </p:nvSpPr>
        <p:spPr/>
        <p:txBody>
          <a:bodyPr/>
          <a:lstStyle/>
          <a:p>
            <a:pPr algn="ctr"/>
            <a:r>
              <a:rPr lang="en-US" dirty="0"/>
              <a:t>Checking multicollinearity</a:t>
            </a:r>
          </a:p>
        </p:txBody>
      </p:sp>
      <p:pic>
        <p:nvPicPr>
          <p:cNvPr id="4" name="Content Placeholder 3" descr="A group of black dots&#10;&#10;Description automatically generated">
            <a:extLst>
              <a:ext uri="{FF2B5EF4-FFF2-40B4-BE49-F238E27FC236}">
                <a16:creationId xmlns:a16="http://schemas.microsoft.com/office/drawing/2014/main" id="{7DDE879A-985B-8050-9D6F-7152C2C11753}"/>
              </a:ext>
            </a:extLst>
          </p:cNvPr>
          <p:cNvPicPr>
            <a:picLocks noGrp="1" noChangeAspect="1"/>
          </p:cNvPicPr>
          <p:nvPr>
            <p:ph idx="1"/>
          </p:nvPr>
        </p:nvPicPr>
        <p:blipFill>
          <a:blip r:embed="rId2"/>
          <a:stretch>
            <a:fillRect/>
          </a:stretch>
        </p:blipFill>
        <p:spPr>
          <a:xfrm>
            <a:off x="716635" y="1406013"/>
            <a:ext cx="10758730" cy="4955458"/>
          </a:xfrm>
          <a:prstGeom prst="rect">
            <a:avLst/>
          </a:prstGeom>
        </p:spPr>
      </p:pic>
      <p:sp>
        <p:nvSpPr>
          <p:cNvPr id="7" name="TextBox 6">
            <a:extLst>
              <a:ext uri="{FF2B5EF4-FFF2-40B4-BE49-F238E27FC236}">
                <a16:creationId xmlns:a16="http://schemas.microsoft.com/office/drawing/2014/main" id="{55A21197-5C9C-9BD1-7094-2C59EE2A0056}"/>
              </a:ext>
            </a:extLst>
          </p:cNvPr>
          <p:cNvSpPr txBox="1"/>
          <p:nvPr/>
        </p:nvSpPr>
        <p:spPr>
          <a:xfrm>
            <a:off x="993058" y="6361471"/>
            <a:ext cx="11002297" cy="369332"/>
          </a:xfrm>
          <a:prstGeom prst="rect">
            <a:avLst/>
          </a:prstGeom>
          <a:noFill/>
        </p:spPr>
        <p:txBody>
          <a:bodyPr wrap="square" rtlCol="0">
            <a:spAutoFit/>
          </a:bodyPr>
          <a:lstStyle/>
          <a:p>
            <a:r>
              <a:rPr lang="en-US" dirty="0"/>
              <a:t>Fixed.acidicty , Critic acid , PH, density(more)</a:t>
            </a:r>
          </a:p>
        </p:txBody>
      </p:sp>
    </p:spTree>
    <p:extLst>
      <p:ext uri="{BB962C8B-B14F-4D97-AF65-F5344CB8AC3E}">
        <p14:creationId xmlns:p14="http://schemas.microsoft.com/office/powerpoint/2010/main" val="239834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BA9D6-A59F-3A84-97C3-79AD71DE184D}"/>
              </a:ext>
            </a:extLst>
          </p:cNvPr>
          <p:cNvSpPr>
            <a:spLocks noGrp="1"/>
          </p:cNvSpPr>
          <p:nvPr>
            <p:ph type="title"/>
          </p:nvPr>
        </p:nvSpPr>
        <p:spPr>
          <a:xfrm>
            <a:off x="917576" y="587939"/>
            <a:ext cx="10437812" cy="727586"/>
          </a:xfrm>
          <a:ln w="12700">
            <a:solidFill>
              <a:schemeClr val="accent4">
                <a:lumMod val="75000"/>
              </a:schemeClr>
            </a:solidFill>
          </a:ln>
        </p:spPr>
        <p:txBody>
          <a:bodyPr>
            <a:normAutofit fontScale="90000"/>
          </a:bodyPr>
          <a:lstStyle/>
          <a:p>
            <a:pPr algn="ctr"/>
            <a:r>
              <a:rPr lang="en-US" sz="4000" dirty="0"/>
              <a:t>Full Model </a:t>
            </a:r>
            <a:br>
              <a:rPr lang="en-US" dirty="0"/>
            </a:br>
            <a:r>
              <a:rPr lang="en-US" sz="2200" kern="100" dirty="0">
                <a:effectLst/>
                <a:latin typeface="Calibri" panose="020F0502020204030204" pitchFamily="34" charset="0"/>
                <a:ea typeface="Calibri" panose="020F0502020204030204" pitchFamily="34" charset="0"/>
                <a:cs typeface="Calibri" panose="020F0502020204030204" pitchFamily="34" charset="0"/>
              </a:rPr>
              <a:t>Y= 21.97 + 0.0249x1 – 1.084x2 – 0.1826x3 + 0.0163x4 – 1.874x5 + 0.00436x6 – 0.00326x7 – 17.88x8 – 0.413x9 + 0.916x10 + 0.276x11</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8E9653DB-9A10-F9D0-5830-54409C9413B2}"/>
              </a:ext>
            </a:extLst>
          </p:cNvPr>
          <p:cNvSpPr>
            <a:spLocks noGrp="1"/>
          </p:cNvSpPr>
          <p:nvPr>
            <p:ph type="body" idx="1"/>
          </p:nvPr>
        </p:nvSpPr>
        <p:spPr>
          <a:xfrm>
            <a:off x="836611" y="5331184"/>
            <a:ext cx="10853944" cy="1443242"/>
          </a:xfrm>
        </p:spPr>
        <p:txBody>
          <a:bodyPr>
            <a:noAutofit/>
          </a:bodyPr>
          <a:lstStyle/>
          <a:p>
            <a:pPr marL="285750" indent="-285750">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Calibri" panose="020F0502020204030204" pitchFamily="34" charset="0"/>
              </a:rPr>
              <a:t>Adjusted R-squared:  0.3561 </a:t>
            </a:r>
          </a:p>
          <a:p>
            <a:pPr marL="285750" indent="-285750">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Calibri" panose="020F0502020204030204" pitchFamily="34" charset="0"/>
              </a:rPr>
              <a:t>p-value: &lt; 2.2e-16 </a:t>
            </a:r>
          </a:p>
          <a:p>
            <a:pPr marL="285750" indent="-285750">
              <a:buFont typeface="Arial" panose="020B0604020202020204" pitchFamily="34" charset="0"/>
              <a:buChar char="•"/>
            </a:pPr>
            <a:r>
              <a:rPr lang="en-US" sz="1600" kern="100" dirty="0">
                <a:effectLst/>
                <a:latin typeface="Calibri" panose="020F0502020204030204" pitchFamily="34" charset="0"/>
                <a:ea typeface="Calibri" panose="020F0502020204030204" pitchFamily="34" charset="0"/>
                <a:cs typeface="Calibri" panose="020F0502020204030204" pitchFamily="34" charset="0"/>
              </a:rPr>
              <a:t>t-value high p-value low.</a:t>
            </a: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Greater the value of the sum of square the more significance of the variable</a:t>
            </a:r>
            <a:r>
              <a:rPr lang="en-US" sz="1600" dirty="0"/>
              <a:t>.</a:t>
            </a:r>
          </a:p>
        </p:txBody>
      </p:sp>
      <p:pic>
        <p:nvPicPr>
          <p:cNvPr id="7" name="Content Placeholder 6" descr="A graph with blue squares&#10;&#10;Description automatically generated">
            <a:extLst>
              <a:ext uri="{FF2B5EF4-FFF2-40B4-BE49-F238E27FC236}">
                <a16:creationId xmlns:a16="http://schemas.microsoft.com/office/drawing/2014/main" id="{9291FD80-7085-2247-3F32-E824E88D5936}"/>
              </a:ext>
            </a:extLst>
          </p:cNvPr>
          <p:cNvPicPr>
            <a:picLocks noGrp="1" noChangeAspect="1"/>
          </p:cNvPicPr>
          <p:nvPr>
            <p:ph sz="half" idx="2"/>
          </p:nvPr>
        </p:nvPicPr>
        <p:blipFill>
          <a:blip r:embed="rId2"/>
          <a:stretch>
            <a:fillRect/>
          </a:stretch>
        </p:blipFill>
        <p:spPr>
          <a:xfrm>
            <a:off x="836612" y="1462856"/>
            <a:ext cx="5157787" cy="3684588"/>
          </a:xfrm>
          <a:prstGeom prst="rect">
            <a:avLst/>
          </a:prstGeom>
          <a:ln w="12700">
            <a:solidFill>
              <a:schemeClr val="accent1">
                <a:lumMod val="50000"/>
              </a:schemeClr>
            </a:solidFill>
          </a:ln>
        </p:spPr>
      </p:pic>
      <p:pic>
        <p:nvPicPr>
          <p:cNvPr id="8" name="Content Placeholder 7" descr="A graph of squares with text&#10;&#10;Description automatically generated with medium confidence">
            <a:extLst>
              <a:ext uri="{FF2B5EF4-FFF2-40B4-BE49-F238E27FC236}">
                <a16:creationId xmlns:a16="http://schemas.microsoft.com/office/drawing/2014/main" id="{7AC03763-8F9A-5381-E9AF-EA4DFEA32CCE}"/>
              </a:ext>
            </a:extLst>
          </p:cNvPr>
          <p:cNvPicPr>
            <a:picLocks noGrp="1" noChangeAspect="1"/>
          </p:cNvPicPr>
          <p:nvPr>
            <p:ph sz="quarter" idx="4"/>
          </p:nvPr>
        </p:nvPicPr>
        <p:blipFill>
          <a:blip r:embed="rId3"/>
          <a:stretch>
            <a:fillRect/>
          </a:stretch>
        </p:blipFill>
        <p:spPr>
          <a:xfrm>
            <a:off x="6136482" y="1423116"/>
            <a:ext cx="5183188" cy="3684588"/>
          </a:xfrm>
          <a:prstGeom prst="rect">
            <a:avLst/>
          </a:prstGeom>
          <a:ln w="12700">
            <a:solidFill>
              <a:schemeClr val="accent1">
                <a:lumMod val="50000"/>
              </a:schemeClr>
            </a:solidFill>
          </a:ln>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5EAF557-C1AB-2126-97D6-D8BE8B73F761}"/>
                  </a:ext>
                </a:extLst>
              </p14:cNvPr>
              <p14:cNvContentPartPr/>
              <p14:nvPr/>
            </p14:nvContentPartPr>
            <p14:xfrm>
              <a:off x="-423023" y="48964"/>
              <a:ext cx="360" cy="360"/>
            </p14:xfrm>
          </p:contentPart>
        </mc:Choice>
        <mc:Fallback xmlns="">
          <p:pic>
            <p:nvPicPr>
              <p:cNvPr id="12" name="Ink 11">
                <a:extLst>
                  <a:ext uri="{FF2B5EF4-FFF2-40B4-BE49-F238E27FC236}">
                    <a16:creationId xmlns:a16="http://schemas.microsoft.com/office/drawing/2014/main" id="{75EAF557-C1AB-2126-97D6-D8BE8B73F761}"/>
                  </a:ext>
                </a:extLst>
              </p:cNvPr>
              <p:cNvPicPr/>
              <p:nvPr/>
            </p:nvPicPr>
            <p:blipFill>
              <a:blip r:embed="rId5"/>
              <a:stretch>
                <a:fillRect/>
              </a:stretch>
            </p:blipFill>
            <p:spPr>
              <a:xfrm>
                <a:off x="-477023" y="-590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BF5FFA0E-DD71-0C36-1162-376B4707BD69}"/>
                  </a:ext>
                </a:extLst>
              </p14:cNvPr>
              <p14:cNvContentPartPr/>
              <p14:nvPr/>
            </p14:nvContentPartPr>
            <p14:xfrm>
              <a:off x="-639023" y="442332"/>
              <a:ext cx="360" cy="360"/>
            </p14:xfrm>
          </p:contentPart>
        </mc:Choice>
        <mc:Fallback xmlns="">
          <p:pic>
            <p:nvPicPr>
              <p:cNvPr id="13" name="Ink 12">
                <a:extLst>
                  <a:ext uri="{FF2B5EF4-FFF2-40B4-BE49-F238E27FC236}">
                    <a16:creationId xmlns:a16="http://schemas.microsoft.com/office/drawing/2014/main" id="{BF5FFA0E-DD71-0C36-1162-376B4707BD69}"/>
                  </a:ext>
                </a:extLst>
              </p:cNvPr>
              <p:cNvPicPr/>
              <p:nvPr/>
            </p:nvPicPr>
            <p:blipFill>
              <a:blip r:embed="rId5"/>
              <a:stretch>
                <a:fillRect/>
              </a:stretch>
            </p:blipFill>
            <p:spPr>
              <a:xfrm>
                <a:off x="-693023" y="33433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E9972646-0C5A-39A2-EFE8-0028634C78C7}"/>
                  </a:ext>
                </a:extLst>
              </p14:cNvPr>
              <p14:cNvContentPartPr/>
              <p14:nvPr/>
            </p14:nvContentPartPr>
            <p14:xfrm>
              <a:off x="-1022783" y="756972"/>
              <a:ext cx="360" cy="360"/>
            </p14:xfrm>
          </p:contentPart>
        </mc:Choice>
        <mc:Fallback xmlns="">
          <p:pic>
            <p:nvPicPr>
              <p:cNvPr id="14" name="Ink 13">
                <a:extLst>
                  <a:ext uri="{FF2B5EF4-FFF2-40B4-BE49-F238E27FC236}">
                    <a16:creationId xmlns:a16="http://schemas.microsoft.com/office/drawing/2014/main" id="{E9972646-0C5A-39A2-EFE8-0028634C78C7}"/>
                  </a:ext>
                </a:extLst>
              </p:cNvPr>
              <p:cNvPicPr/>
              <p:nvPr/>
            </p:nvPicPr>
            <p:blipFill>
              <a:blip r:embed="rId5"/>
              <a:stretch>
                <a:fillRect/>
              </a:stretch>
            </p:blipFill>
            <p:spPr>
              <a:xfrm>
                <a:off x="-1076423" y="64933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DD6AD6C6-1E92-F1CA-506A-988A68965561}"/>
                  </a:ext>
                </a:extLst>
              </p14:cNvPr>
              <p14:cNvContentPartPr/>
              <p14:nvPr/>
            </p14:nvContentPartPr>
            <p14:xfrm>
              <a:off x="-816143" y="-39348"/>
              <a:ext cx="360" cy="360"/>
            </p14:xfrm>
          </p:contentPart>
        </mc:Choice>
        <mc:Fallback xmlns="">
          <p:pic>
            <p:nvPicPr>
              <p:cNvPr id="15" name="Ink 14">
                <a:extLst>
                  <a:ext uri="{FF2B5EF4-FFF2-40B4-BE49-F238E27FC236}">
                    <a16:creationId xmlns:a16="http://schemas.microsoft.com/office/drawing/2014/main" id="{DD6AD6C6-1E92-F1CA-506A-988A68965561}"/>
                  </a:ext>
                </a:extLst>
              </p:cNvPr>
              <p:cNvPicPr/>
              <p:nvPr/>
            </p:nvPicPr>
            <p:blipFill>
              <a:blip r:embed="rId5"/>
              <a:stretch>
                <a:fillRect/>
              </a:stretch>
            </p:blipFill>
            <p:spPr>
              <a:xfrm>
                <a:off x="-869783" y="-14734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7AE87F5D-4BCE-69C9-A187-A777439A3BB8}"/>
                  </a:ext>
                </a:extLst>
              </p14:cNvPr>
              <p14:cNvContentPartPr/>
              <p14:nvPr/>
            </p14:nvContentPartPr>
            <p14:xfrm>
              <a:off x="-845663" y="-118188"/>
              <a:ext cx="360" cy="360"/>
            </p14:xfrm>
          </p:contentPart>
        </mc:Choice>
        <mc:Fallback xmlns="">
          <p:pic>
            <p:nvPicPr>
              <p:cNvPr id="16" name="Ink 15">
                <a:extLst>
                  <a:ext uri="{FF2B5EF4-FFF2-40B4-BE49-F238E27FC236}">
                    <a16:creationId xmlns:a16="http://schemas.microsoft.com/office/drawing/2014/main" id="{7AE87F5D-4BCE-69C9-A187-A777439A3BB8}"/>
                  </a:ext>
                </a:extLst>
              </p:cNvPr>
              <p:cNvPicPr/>
              <p:nvPr/>
            </p:nvPicPr>
            <p:blipFill>
              <a:blip r:embed="rId5"/>
              <a:stretch>
                <a:fillRect/>
              </a:stretch>
            </p:blipFill>
            <p:spPr>
              <a:xfrm>
                <a:off x="-899663" y="-22582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D735A362-B37E-344B-8AA0-729B25F269E0}"/>
                  </a:ext>
                </a:extLst>
              </p14:cNvPr>
              <p14:cNvContentPartPr/>
              <p14:nvPr/>
            </p14:nvContentPartPr>
            <p14:xfrm>
              <a:off x="1277977" y="5928012"/>
              <a:ext cx="1793880" cy="51480"/>
            </p14:xfrm>
          </p:contentPart>
        </mc:Choice>
        <mc:Fallback xmlns="">
          <p:pic>
            <p:nvPicPr>
              <p:cNvPr id="20" name="Ink 19">
                <a:extLst>
                  <a:ext uri="{FF2B5EF4-FFF2-40B4-BE49-F238E27FC236}">
                    <a16:creationId xmlns:a16="http://schemas.microsoft.com/office/drawing/2014/main" id="{D735A362-B37E-344B-8AA0-729B25F269E0}"/>
                  </a:ext>
                </a:extLst>
              </p:cNvPr>
              <p:cNvPicPr/>
              <p:nvPr/>
            </p:nvPicPr>
            <p:blipFill>
              <a:blip r:embed="rId11"/>
              <a:stretch>
                <a:fillRect/>
              </a:stretch>
            </p:blipFill>
            <p:spPr>
              <a:xfrm>
                <a:off x="1224337" y="5820372"/>
                <a:ext cx="19015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FA224478-DB9E-ED68-9229-1B21801F812D}"/>
                  </a:ext>
                </a:extLst>
              </p14:cNvPr>
              <p14:cNvContentPartPr/>
              <p14:nvPr/>
            </p14:nvContentPartPr>
            <p14:xfrm>
              <a:off x="-924143" y="1111212"/>
              <a:ext cx="360" cy="360"/>
            </p14:xfrm>
          </p:contentPart>
        </mc:Choice>
        <mc:Fallback xmlns="">
          <p:pic>
            <p:nvPicPr>
              <p:cNvPr id="22" name="Ink 21">
                <a:extLst>
                  <a:ext uri="{FF2B5EF4-FFF2-40B4-BE49-F238E27FC236}">
                    <a16:creationId xmlns:a16="http://schemas.microsoft.com/office/drawing/2014/main" id="{FA224478-DB9E-ED68-9229-1B21801F812D}"/>
                  </a:ext>
                </a:extLst>
              </p:cNvPr>
              <p:cNvPicPr/>
              <p:nvPr/>
            </p:nvPicPr>
            <p:blipFill>
              <a:blip r:embed="rId5"/>
              <a:stretch>
                <a:fillRect/>
              </a:stretch>
            </p:blipFill>
            <p:spPr>
              <a:xfrm>
                <a:off x="-978143" y="100321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C01477A1-07F7-8676-99F1-69C48EA13292}"/>
                  </a:ext>
                </a:extLst>
              </p14:cNvPr>
              <p14:cNvContentPartPr/>
              <p14:nvPr/>
            </p14:nvContentPartPr>
            <p14:xfrm>
              <a:off x="1238377" y="5485572"/>
              <a:ext cx="2565720" cy="129600"/>
            </p14:xfrm>
          </p:contentPart>
        </mc:Choice>
        <mc:Fallback xmlns="">
          <p:pic>
            <p:nvPicPr>
              <p:cNvPr id="24" name="Ink 23">
                <a:extLst>
                  <a:ext uri="{FF2B5EF4-FFF2-40B4-BE49-F238E27FC236}">
                    <a16:creationId xmlns:a16="http://schemas.microsoft.com/office/drawing/2014/main" id="{C01477A1-07F7-8676-99F1-69C48EA13292}"/>
                  </a:ext>
                </a:extLst>
              </p:cNvPr>
              <p:cNvPicPr/>
              <p:nvPr/>
            </p:nvPicPr>
            <p:blipFill>
              <a:blip r:embed="rId14"/>
              <a:stretch>
                <a:fillRect/>
              </a:stretch>
            </p:blipFill>
            <p:spPr>
              <a:xfrm>
                <a:off x="1184737" y="5377932"/>
                <a:ext cx="2673360" cy="345240"/>
              </a:xfrm>
              <a:prstGeom prst="rect">
                <a:avLst/>
              </a:prstGeom>
            </p:spPr>
          </p:pic>
        </mc:Fallback>
      </mc:AlternateContent>
    </p:spTree>
    <p:extLst>
      <p:ext uri="{BB962C8B-B14F-4D97-AF65-F5344CB8AC3E}">
        <p14:creationId xmlns:p14="http://schemas.microsoft.com/office/powerpoint/2010/main" val="83692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FD6D4-B899-C36C-F53B-D422D16DFBF7}"/>
              </a:ext>
            </a:extLst>
          </p:cNvPr>
          <p:cNvSpPr>
            <a:spLocks noGrp="1"/>
          </p:cNvSpPr>
          <p:nvPr>
            <p:ph type="title"/>
          </p:nvPr>
        </p:nvSpPr>
        <p:spPr>
          <a:xfrm>
            <a:off x="838200" y="365125"/>
            <a:ext cx="10515600" cy="559107"/>
          </a:xfrm>
        </p:spPr>
        <p:txBody>
          <a:bodyPr>
            <a:normAutofit fontScale="90000"/>
          </a:bodyPr>
          <a:lstStyle/>
          <a:p>
            <a:pPr algn="ctr"/>
            <a:r>
              <a:rPr lang="en-US" dirty="0"/>
              <a:t>Reduced Model</a:t>
            </a:r>
          </a:p>
        </p:txBody>
      </p:sp>
      <p:pic>
        <p:nvPicPr>
          <p:cNvPr id="5" name="Content Placeholder 4" descr="A screenshot of a computer program&#10;&#10;Description automatically generated">
            <a:extLst>
              <a:ext uri="{FF2B5EF4-FFF2-40B4-BE49-F238E27FC236}">
                <a16:creationId xmlns:a16="http://schemas.microsoft.com/office/drawing/2014/main" id="{60D0FA39-4607-8B3E-5F03-8661186560C8}"/>
              </a:ext>
            </a:extLst>
          </p:cNvPr>
          <p:cNvPicPr>
            <a:picLocks noGrp="1" noChangeAspect="1"/>
          </p:cNvPicPr>
          <p:nvPr>
            <p:ph idx="1"/>
          </p:nvPr>
        </p:nvPicPr>
        <p:blipFill>
          <a:blip r:embed="rId2"/>
          <a:stretch>
            <a:fillRect/>
          </a:stretch>
        </p:blipFill>
        <p:spPr>
          <a:xfrm>
            <a:off x="838200" y="1367545"/>
            <a:ext cx="4953429" cy="2225233"/>
          </a:xfrm>
        </p:spPr>
      </p:pic>
      <p:sp>
        <p:nvSpPr>
          <p:cNvPr id="6" name="TextBox 5">
            <a:extLst>
              <a:ext uri="{FF2B5EF4-FFF2-40B4-BE49-F238E27FC236}">
                <a16:creationId xmlns:a16="http://schemas.microsoft.com/office/drawing/2014/main" id="{2A7B8D6F-23A2-644E-2FB3-DB614209AACB}"/>
              </a:ext>
            </a:extLst>
          </p:cNvPr>
          <p:cNvSpPr txBox="1"/>
          <p:nvPr/>
        </p:nvSpPr>
        <p:spPr>
          <a:xfrm>
            <a:off x="838200" y="3592778"/>
            <a:ext cx="4365523" cy="369332"/>
          </a:xfrm>
          <a:prstGeom prst="rect">
            <a:avLst/>
          </a:prstGeom>
          <a:noFill/>
        </p:spPr>
        <p:txBody>
          <a:bodyPr wrap="square" rtlCol="0">
            <a:spAutoFit/>
          </a:bodyPr>
          <a:lstStyle/>
          <a:p>
            <a:r>
              <a:rPr lang="en-US" dirty="0"/>
              <a:t>The p-value variable &lt; 0.05 are insignificant.</a:t>
            </a:r>
          </a:p>
        </p:txBody>
      </p:sp>
      <p:sp>
        <p:nvSpPr>
          <p:cNvPr id="7" name="TextBox 6">
            <a:extLst>
              <a:ext uri="{FF2B5EF4-FFF2-40B4-BE49-F238E27FC236}">
                <a16:creationId xmlns:a16="http://schemas.microsoft.com/office/drawing/2014/main" id="{75DB6F93-BB1D-57DB-63B1-29A5120682D7}"/>
              </a:ext>
            </a:extLst>
          </p:cNvPr>
          <p:cNvSpPr txBox="1"/>
          <p:nvPr/>
        </p:nvSpPr>
        <p:spPr>
          <a:xfrm>
            <a:off x="838200" y="4036091"/>
            <a:ext cx="11206316" cy="707886"/>
          </a:xfrm>
          <a:prstGeom prst="rect">
            <a:avLst/>
          </a:prstGeom>
          <a:noFill/>
          <a:ln w="12700">
            <a:solidFill>
              <a:schemeClr val="tx2">
                <a:lumMod val="50000"/>
                <a:lumOff val="50000"/>
              </a:schemeClr>
            </a:solidFill>
          </a:ln>
        </p:spPr>
        <p:txBody>
          <a:bodyPr wrap="square" rtlCol="0">
            <a:spAutoFit/>
          </a:bodyPr>
          <a:lstStyle/>
          <a:p>
            <a:r>
              <a:rPr lang="en-US" sz="2000" kern="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 = 4.430 – 1.012x2 -2.017x5 + 0.005x6 – 0.003x7 – 0.482x9 + 0.88x10 + 0.289x11</a:t>
            </a:r>
            <a:endParaRPr lang="en-US" sz="2000" kern="10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 name="TextBox 7">
            <a:extLst>
              <a:ext uri="{FF2B5EF4-FFF2-40B4-BE49-F238E27FC236}">
                <a16:creationId xmlns:a16="http://schemas.microsoft.com/office/drawing/2014/main" id="{2D379020-DF22-59A1-8913-E742EA088080}"/>
              </a:ext>
            </a:extLst>
          </p:cNvPr>
          <p:cNvGraphicFramePr/>
          <p:nvPr/>
        </p:nvGraphicFramePr>
        <p:xfrm>
          <a:off x="838200" y="4938090"/>
          <a:ext cx="10999839" cy="1554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4851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6BA8090-F8B8-9606-5816-44F05C97EF85}"/>
                  </a:ext>
                </a:extLst>
              </p:cNvPr>
              <p:cNvSpPr>
                <a:spLocks noGrp="1"/>
              </p:cNvSpPr>
              <p:nvPr>
                <p:ph type="title"/>
              </p:nvPr>
            </p:nvSpPr>
            <p:spPr>
              <a:xfrm>
                <a:off x="838200" y="710534"/>
                <a:ext cx="10515600" cy="439840"/>
              </a:xfrm>
            </p:spPr>
            <p:txBody>
              <a:bodyPr>
                <a:noAutofit/>
              </a:bodyPr>
              <a:lstStyle/>
              <a:p>
                <a:r>
                  <a:rPr lang="en-IN" sz="3600" b="0" dirty="0">
                    <a:latin typeface="Calibri" panose="020F0502020204030204" pitchFamily="34" charset="0"/>
                    <a:ea typeface="Calibri" panose="020F0502020204030204" pitchFamily="34" charset="0"/>
                    <a:cs typeface="Calibri" panose="020F0502020204030204" pitchFamily="34" charset="0"/>
                  </a:rPr>
                  <a:t>Y-hat </a:t>
                </a:r>
                <a14:m>
                  <m:oMath xmlns:m="http://schemas.openxmlformats.org/officeDocument/2006/math">
                    <m:r>
                      <a:rPr lang="en-IN" sz="3600" b="0" i="1" dirty="0" smtClean="0">
                        <a:latin typeface="Cambria Math" panose="02040503050406030204" pitchFamily="18" charset="0"/>
                      </a:rPr>
                      <m:t>𝑣𝑠</m:t>
                    </m:r>
                    <m:r>
                      <a:rPr lang="en-IN" sz="3600" b="0" i="1" dirty="0" smtClean="0">
                        <a:latin typeface="Cambria Math" panose="02040503050406030204" pitchFamily="18" charset="0"/>
                      </a:rPr>
                      <m:t> </m:t>
                    </m:r>
                    <m:r>
                      <a:rPr lang="en-IN" sz="3600" b="0" i="1" dirty="0" smtClean="0">
                        <a:latin typeface="Cambria Math" panose="02040503050406030204" pitchFamily="18" charset="0"/>
                      </a:rPr>
                      <m:t>𝑥𝑖</m:t>
                    </m:r>
                  </m:oMath>
                </a14:m>
                <a:r>
                  <a:rPr lang="en-IN" sz="3600" baseline="-25000" dirty="0">
                    <a:latin typeface="Calibri" panose="020F0502020204030204" pitchFamily="34" charset="0"/>
                    <a:ea typeface="Calibri" panose="020F0502020204030204" pitchFamily="34" charset="0"/>
                    <a:cs typeface="Calibri" panose="020F0502020204030204" pitchFamily="34" charset="0"/>
                  </a:rPr>
                  <a:t> </a:t>
                </a:r>
                <a:r>
                  <a:rPr lang="en-IN" sz="3600" dirty="0">
                    <a:latin typeface="Calibri" panose="020F0502020204030204" pitchFamily="34" charset="0"/>
                    <a:ea typeface="Calibri" panose="020F0502020204030204" pitchFamily="34" charset="0"/>
                    <a:cs typeface="Calibri" panose="020F0502020204030204" pitchFamily="34" charset="0"/>
                  </a:rPr>
                  <a:t> for estimating polynomial degree of </a:t>
                </a:r>
                <a14:m>
                  <m:oMath xmlns:m="http://schemas.openxmlformats.org/officeDocument/2006/math">
                    <m:r>
                      <a:rPr lang="en-IN" sz="3600" b="0" i="1" dirty="0" smtClean="0">
                        <a:latin typeface="Cambria Math" panose="02040503050406030204" pitchFamily="18" charset="0"/>
                      </a:rPr>
                      <m:t>𝑥</m:t>
                    </m:r>
                    <m:r>
                      <a:rPr lang="en-IN" sz="3600" b="0" i="1" baseline="-25000" dirty="0" smtClean="0">
                        <a:latin typeface="Cambria Math" panose="02040503050406030204" pitchFamily="18" charset="0"/>
                      </a:rPr>
                      <m:t>𝑖</m:t>
                    </m:r>
                  </m:oMath>
                </a14:m>
                <a:br>
                  <a:rPr lang="en-IN" sz="3600" baseline="-25000" dirty="0">
                    <a:latin typeface="Calibri" panose="020F0502020204030204" pitchFamily="34" charset="0"/>
                    <a:ea typeface="Calibri" panose="020F0502020204030204" pitchFamily="34" charset="0"/>
                    <a:cs typeface="Calibri" panose="020F0502020204030204" pitchFamily="34" charset="0"/>
                  </a:rPr>
                </a:br>
                <a:endParaRPr lang="en-US" sz="36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itle 1">
                <a:extLst>
                  <a:ext uri="{FF2B5EF4-FFF2-40B4-BE49-F238E27FC236}">
                    <a16:creationId xmlns:a16="http://schemas.microsoft.com/office/drawing/2014/main" id="{26BA8090-F8B8-9606-5816-44F05C97EF85}"/>
                  </a:ext>
                </a:extLst>
              </p:cNvPr>
              <p:cNvSpPr>
                <a:spLocks noGrp="1" noRot="1" noChangeAspect="1" noMove="1" noResize="1" noEditPoints="1" noAdjustHandles="1" noChangeArrowheads="1" noChangeShapeType="1" noTextEdit="1"/>
              </p:cNvSpPr>
              <p:nvPr>
                <p:ph type="title"/>
              </p:nvPr>
            </p:nvSpPr>
            <p:spPr>
              <a:xfrm>
                <a:off x="838200" y="710534"/>
                <a:ext cx="10515600" cy="439840"/>
              </a:xfrm>
              <a:blipFill>
                <a:blip r:embed="rId2"/>
                <a:stretch>
                  <a:fillRect l="-1797" t="-106944" b="-12500"/>
                </a:stretch>
              </a:blipFill>
            </p:spPr>
            <p:txBody>
              <a:bodyPr/>
              <a:lstStyle/>
              <a:p>
                <a:r>
                  <a:rPr lang="en-US">
                    <a:noFill/>
                  </a:rPr>
                  <a:t> </a:t>
                </a:r>
              </a:p>
            </p:txBody>
          </p:sp>
        </mc:Fallback>
      </mc:AlternateContent>
      <p:pic>
        <p:nvPicPr>
          <p:cNvPr id="4" name="Content Placeholder 3" descr="A collage of graphs&#10;&#10;Description automatically generated">
            <a:extLst>
              <a:ext uri="{FF2B5EF4-FFF2-40B4-BE49-F238E27FC236}">
                <a16:creationId xmlns:a16="http://schemas.microsoft.com/office/drawing/2014/main" id="{09948EF6-E85E-F759-340D-8FB659994FC6}"/>
              </a:ext>
            </a:extLst>
          </p:cNvPr>
          <p:cNvPicPr>
            <a:picLocks noGrp="1" noChangeAspect="1"/>
          </p:cNvPicPr>
          <p:nvPr>
            <p:ph idx="1"/>
          </p:nvPr>
        </p:nvPicPr>
        <p:blipFill>
          <a:blip r:embed="rId3"/>
          <a:stretch>
            <a:fillRect/>
          </a:stretch>
        </p:blipFill>
        <p:spPr>
          <a:xfrm>
            <a:off x="1396534" y="1150374"/>
            <a:ext cx="9586098" cy="4282126"/>
          </a:xfrm>
          <a:prstGeom prst="rect">
            <a:avLst/>
          </a:prstGeom>
        </p:spPr>
      </p:pic>
      <p:sp>
        <p:nvSpPr>
          <p:cNvPr id="5" name="TextBox 4">
            <a:extLst>
              <a:ext uri="{FF2B5EF4-FFF2-40B4-BE49-F238E27FC236}">
                <a16:creationId xmlns:a16="http://schemas.microsoft.com/office/drawing/2014/main" id="{6FB7D904-B7C1-9574-B5D7-256ADC0C664F}"/>
              </a:ext>
            </a:extLst>
          </p:cNvPr>
          <p:cNvSpPr txBox="1"/>
          <p:nvPr/>
        </p:nvSpPr>
        <p:spPr>
          <a:xfrm>
            <a:off x="838200" y="5407742"/>
            <a:ext cx="11107994" cy="1200329"/>
          </a:xfrm>
          <a:prstGeom prst="rect">
            <a:avLst/>
          </a:prstGeom>
          <a:noFill/>
        </p:spPr>
        <p:txBody>
          <a:bodyPr wrap="square" rtlCol="0">
            <a:spAutoFit/>
          </a:bodyPr>
          <a:lstStyle/>
          <a:p>
            <a:r>
              <a:rPr lang="en-US" dirty="0"/>
              <a:t>Checking for any  polynomials ( no curve exists, so no exists of polynomial)</a:t>
            </a:r>
          </a:p>
          <a:p>
            <a:r>
              <a:rPr lang="en-US" dirty="0"/>
              <a:t>Volatile acidity and alcohol are high correlated with the y-hat.</a:t>
            </a:r>
          </a:p>
          <a:p>
            <a:r>
              <a:rPr lang="en-US" dirty="0"/>
              <a:t>There is no correlation for the residual sugar .</a:t>
            </a:r>
          </a:p>
          <a:p>
            <a:r>
              <a:rPr lang="en-US" dirty="0"/>
              <a:t>Therefore, we can drop the residual sugar.</a:t>
            </a:r>
          </a:p>
        </p:txBody>
      </p:sp>
    </p:spTree>
    <p:extLst>
      <p:ext uri="{BB962C8B-B14F-4D97-AF65-F5344CB8AC3E}">
        <p14:creationId xmlns:p14="http://schemas.microsoft.com/office/powerpoint/2010/main" val="989848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8CBA7-CB2C-A26E-9813-A2B2BC04FEC0}"/>
              </a:ext>
            </a:extLst>
          </p:cNvPr>
          <p:cNvSpPr>
            <a:spLocks noGrp="1"/>
          </p:cNvSpPr>
          <p:nvPr>
            <p:ph type="title"/>
          </p:nvPr>
        </p:nvSpPr>
        <p:spPr>
          <a:xfrm>
            <a:off x="838200" y="365126"/>
            <a:ext cx="10515600" cy="1031056"/>
          </a:xfrm>
        </p:spPr>
        <p:txBody>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Residuals vs Y-hat</a:t>
            </a:r>
          </a:p>
        </p:txBody>
      </p:sp>
      <p:pic>
        <p:nvPicPr>
          <p:cNvPr id="4" name="Content Placeholder 3" descr="A graph with blue lines and a red line&#10;&#10;Description automatically generated">
            <a:extLst>
              <a:ext uri="{FF2B5EF4-FFF2-40B4-BE49-F238E27FC236}">
                <a16:creationId xmlns:a16="http://schemas.microsoft.com/office/drawing/2014/main" id="{1BD1BDEE-1575-B83C-6C43-C8B1C6EA79D8}"/>
              </a:ext>
            </a:extLst>
          </p:cNvPr>
          <p:cNvPicPr>
            <a:picLocks noGrp="1" noChangeAspect="1"/>
          </p:cNvPicPr>
          <p:nvPr>
            <p:ph idx="1"/>
          </p:nvPr>
        </p:nvPicPr>
        <p:blipFill>
          <a:blip r:embed="rId2"/>
          <a:stretch>
            <a:fillRect/>
          </a:stretch>
        </p:blipFill>
        <p:spPr>
          <a:xfrm>
            <a:off x="2379406" y="1363058"/>
            <a:ext cx="7128388" cy="4131883"/>
          </a:xfrm>
          <a:prstGeom prst="rect">
            <a:avLst/>
          </a:prstGeom>
        </p:spPr>
      </p:pic>
      <p:sp>
        <p:nvSpPr>
          <p:cNvPr id="5" name="TextBox 4">
            <a:extLst>
              <a:ext uri="{FF2B5EF4-FFF2-40B4-BE49-F238E27FC236}">
                <a16:creationId xmlns:a16="http://schemas.microsoft.com/office/drawing/2014/main" id="{0A346247-1749-AE86-B73A-02A962126A7F}"/>
              </a:ext>
            </a:extLst>
          </p:cNvPr>
          <p:cNvSpPr txBox="1"/>
          <p:nvPr/>
        </p:nvSpPr>
        <p:spPr>
          <a:xfrm>
            <a:off x="1543665" y="5697000"/>
            <a:ext cx="9350477" cy="646331"/>
          </a:xfrm>
          <a:prstGeom prst="rect">
            <a:avLst/>
          </a:prstGeom>
          <a:noFill/>
          <a:ln w="19050">
            <a:solidFill>
              <a:srgbClr val="FF0000"/>
            </a:solidFill>
          </a:ln>
        </p:spPr>
        <p:txBody>
          <a:bodyPr wrap="square" rtlCol="0">
            <a:spAutoFit/>
          </a:bodyPr>
          <a:lstStyle/>
          <a:p>
            <a:r>
              <a:rPr lang="en-US" sz="1800" kern="100" dirty="0">
                <a:effectLst/>
                <a:latin typeface="Aptos" panose="020B0004020202020204" pitchFamily="34" charset="0"/>
                <a:ea typeface="Aptos" panose="020B0004020202020204" pitchFamily="34" charset="0"/>
                <a:cs typeface="Times New Roman" panose="02020603050405020304" pitchFamily="18" charset="0"/>
              </a:rPr>
              <a:t>It is heteroscedasticity as </a:t>
            </a:r>
            <a:r>
              <a:rPr lang="en-US" kern="100" dirty="0">
                <a:latin typeface="Aptos" panose="020B0004020202020204" pitchFamily="34" charset="0"/>
                <a:ea typeface="Aptos" panose="020B0004020202020204" pitchFamily="34" charset="0"/>
                <a:cs typeface="Times New Roman" panose="02020603050405020304" pitchFamily="18" charset="0"/>
              </a:rPr>
              <a:t>i</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 seems like a double bow shape.</a:t>
            </a:r>
          </a:p>
          <a:p>
            <a:endParaRPr lang="en-US" dirty="0"/>
          </a:p>
        </p:txBody>
      </p:sp>
    </p:spTree>
    <p:extLst>
      <p:ext uri="{BB962C8B-B14F-4D97-AF65-F5344CB8AC3E}">
        <p14:creationId xmlns:p14="http://schemas.microsoft.com/office/powerpoint/2010/main" val="293006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0A5C-225D-3049-D731-394E90601478}"/>
              </a:ext>
            </a:extLst>
          </p:cNvPr>
          <p:cNvSpPr>
            <a:spLocks noGrp="1"/>
          </p:cNvSpPr>
          <p:nvPr>
            <p:ph type="title"/>
          </p:nvPr>
        </p:nvSpPr>
        <p:spPr>
          <a:xfrm>
            <a:off x="838199" y="823039"/>
            <a:ext cx="10515600" cy="618101"/>
          </a:xfrm>
        </p:spPr>
        <p:txBody>
          <a:bodyPr>
            <a:normAutofit fontScale="90000"/>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1</a:t>
            </a:r>
            <a:r>
              <a:rPr lang="en-US" b="1" baseline="30000" dirty="0">
                <a:latin typeface="Calibri" panose="020F0502020204030204" pitchFamily="34" charset="0"/>
                <a:ea typeface="Calibri" panose="020F0502020204030204" pitchFamily="34" charset="0"/>
                <a:cs typeface="Calibri" panose="020F0502020204030204" pitchFamily="34" charset="0"/>
              </a:rPr>
              <a:t>st</a:t>
            </a:r>
            <a:r>
              <a:rPr lang="en-US" b="1" dirty="0">
                <a:latin typeface="Calibri" panose="020F0502020204030204" pitchFamily="34" charset="0"/>
                <a:ea typeface="Calibri" panose="020F0502020204030204" pitchFamily="34" charset="0"/>
                <a:cs typeface="Calibri" panose="020F0502020204030204" pitchFamily="34" charset="0"/>
              </a:rPr>
              <a:t> Transformation</a:t>
            </a:r>
            <a:br>
              <a:rPr lang="en-US" b="1" dirty="0">
                <a:latin typeface="Calibri" panose="020F0502020204030204" pitchFamily="34" charset="0"/>
                <a:ea typeface="Calibri" panose="020F0502020204030204" pitchFamily="34" charset="0"/>
                <a:cs typeface="Calibri" panose="020F0502020204030204" pitchFamily="34" charset="0"/>
              </a:rPr>
            </a:br>
            <a:endParaRPr lang="en-US" sz="3600" dirty="0"/>
          </a:p>
        </p:txBody>
      </p:sp>
      <p:sp>
        <p:nvSpPr>
          <p:cNvPr id="5" name="TextBox 4">
            <a:extLst>
              <a:ext uri="{FF2B5EF4-FFF2-40B4-BE49-F238E27FC236}">
                <a16:creationId xmlns:a16="http://schemas.microsoft.com/office/drawing/2014/main" id="{CC4F9CF6-9F76-BC24-9442-D19B8965A623}"/>
              </a:ext>
            </a:extLst>
          </p:cNvPr>
          <p:cNvSpPr txBox="1"/>
          <p:nvPr/>
        </p:nvSpPr>
        <p:spPr>
          <a:xfrm>
            <a:off x="953729" y="1632606"/>
            <a:ext cx="7354529" cy="461665"/>
          </a:xfrm>
          <a:prstGeom prst="rect">
            <a:avLst/>
          </a:prstGeom>
          <a:noFill/>
          <a:ln w="19050">
            <a:solidFill>
              <a:schemeClr val="accent4">
                <a:lumMod val="75000"/>
              </a:schemeClr>
            </a:solidFill>
          </a:ln>
        </p:spPr>
        <p:txBody>
          <a:bodyPr wrap="square" rtlCol="0">
            <a:spAutoFit/>
          </a:bodyPr>
          <a:lstStyle/>
          <a:p>
            <a:r>
              <a:rPr lang="en-US" sz="2400" dirty="0"/>
              <a:t>We applied </a:t>
            </a:r>
            <a:r>
              <a:rPr lang="en-US" sz="2400" b="1" dirty="0">
                <a:latin typeface="Calibri" panose="020F0502020204030204" pitchFamily="34" charset="0"/>
                <a:ea typeface="Calibri" panose="020F0502020204030204" pitchFamily="34" charset="0"/>
                <a:cs typeface="Calibri" panose="020F0502020204030204" pitchFamily="34" charset="0"/>
              </a:rPr>
              <a:t>y’ = ln(y) (log)</a:t>
            </a:r>
            <a:endParaRPr lang="en-US" sz="2400" b="1" dirty="0"/>
          </a:p>
        </p:txBody>
      </p:sp>
      <p:sp>
        <p:nvSpPr>
          <p:cNvPr id="7" name="TextBox 6">
            <a:extLst>
              <a:ext uri="{FF2B5EF4-FFF2-40B4-BE49-F238E27FC236}">
                <a16:creationId xmlns:a16="http://schemas.microsoft.com/office/drawing/2014/main" id="{1D1594E1-CE04-E464-3A6F-4529B6B6F948}"/>
              </a:ext>
            </a:extLst>
          </p:cNvPr>
          <p:cNvSpPr txBox="1"/>
          <p:nvPr/>
        </p:nvSpPr>
        <p:spPr>
          <a:xfrm>
            <a:off x="1052052" y="4342657"/>
            <a:ext cx="9684775" cy="1457194"/>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
            </a:pPr>
            <a:r>
              <a:rPr lang="en-US" sz="2400" kern="100" dirty="0">
                <a:latin typeface="Calibri" panose="020F0502020204030204" pitchFamily="34" charset="0"/>
                <a:ea typeface="Calibri" panose="020F0502020204030204" pitchFamily="34" charset="0"/>
                <a:cs typeface="Calibri" panose="020F0502020204030204" pitchFamily="34" charset="0"/>
              </a:rPr>
              <a:t>Adjusted R-squared:  0.3372</a:t>
            </a:r>
          </a:p>
          <a:p>
            <a:pPr marL="285750" indent="-285750">
              <a:lnSpc>
                <a:spcPct val="107000"/>
              </a:lnSpc>
              <a:spcAft>
                <a:spcPts val="800"/>
              </a:spcAft>
              <a:buFont typeface="Wingdings" panose="05000000000000000000" pitchFamily="2" charset="2"/>
              <a:buChar char="§"/>
            </a:pPr>
            <a:r>
              <a:rPr lang="en-US" sz="2400" kern="100" dirty="0">
                <a:latin typeface="Calibri" panose="020F0502020204030204" pitchFamily="34" charset="0"/>
                <a:ea typeface="Calibri" panose="020F0502020204030204" pitchFamily="34" charset="0"/>
                <a:cs typeface="Calibri" panose="020F0502020204030204" pitchFamily="34" charset="0"/>
              </a:rPr>
              <a:t>p-value: &lt; 2.2e-16</a:t>
            </a:r>
          </a:p>
          <a:p>
            <a:r>
              <a:rPr lang="en-US" sz="2400" b="1" dirty="0">
                <a:latin typeface="Calibri" panose="020F0502020204030204" pitchFamily="34" charset="0"/>
                <a:ea typeface="Calibri" panose="020F0502020204030204" pitchFamily="34" charset="0"/>
                <a:cs typeface="Calibri" panose="020F0502020204030204" pitchFamily="34" charset="0"/>
              </a:rPr>
              <a:t>Observed that decrease in Adjusted R-squared value</a:t>
            </a:r>
          </a:p>
        </p:txBody>
      </p:sp>
      <p:graphicFrame>
        <p:nvGraphicFramePr>
          <p:cNvPr id="11" name="TextBox 5">
            <a:extLst>
              <a:ext uri="{FF2B5EF4-FFF2-40B4-BE49-F238E27FC236}">
                <a16:creationId xmlns:a16="http://schemas.microsoft.com/office/drawing/2014/main" id="{F58A165B-5EC7-738D-8695-444AE95F1507}"/>
              </a:ext>
            </a:extLst>
          </p:cNvPr>
          <p:cNvGraphicFramePr/>
          <p:nvPr>
            <p:extLst>
              <p:ext uri="{D42A27DB-BD31-4B8C-83A1-F6EECF244321}">
                <p14:modId xmlns:p14="http://schemas.microsoft.com/office/powerpoint/2010/main" val="2247504396"/>
              </p:ext>
            </p:extLst>
          </p:nvPr>
        </p:nvGraphicFramePr>
        <p:xfrm>
          <a:off x="953729" y="2582623"/>
          <a:ext cx="10982632" cy="1760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6042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BD3A-861D-AEF0-E342-BC728069DF5E}"/>
              </a:ext>
            </a:extLst>
          </p:cNvPr>
          <p:cNvSpPr>
            <a:spLocks noGrp="1"/>
          </p:cNvSpPr>
          <p:nvPr>
            <p:ph type="title"/>
          </p:nvPr>
        </p:nvSpPr>
        <p:spPr/>
        <p:txBody>
          <a:bodyPr/>
          <a:lstStyle/>
          <a:p>
            <a:pPr algn="ctr"/>
            <a:r>
              <a:rPr lang="en-US" b="1">
                <a:latin typeface="Calibri" panose="020F0502020204030204" pitchFamily="34" charset="0"/>
                <a:ea typeface="Calibri" panose="020F0502020204030204" pitchFamily="34" charset="0"/>
                <a:cs typeface="Calibri" panose="020F0502020204030204" pitchFamily="34" charset="0"/>
              </a:rPr>
              <a:t>2</a:t>
            </a:r>
            <a:r>
              <a:rPr lang="en-US" b="1" baseline="30000">
                <a:latin typeface="Calibri" panose="020F0502020204030204" pitchFamily="34" charset="0"/>
                <a:ea typeface="Calibri" panose="020F0502020204030204" pitchFamily="34" charset="0"/>
                <a:cs typeface="Calibri" panose="020F0502020204030204" pitchFamily="34" charset="0"/>
              </a:rPr>
              <a:t>nd</a:t>
            </a:r>
            <a:r>
              <a:rPr lang="en-US" b="1">
                <a:latin typeface="Calibri" panose="020F0502020204030204" pitchFamily="34" charset="0"/>
                <a:ea typeface="Calibri" panose="020F0502020204030204" pitchFamily="34" charset="0"/>
                <a:cs typeface="Calibri" panose="020F0502020204030204" pitchFamily="34" charset="0"/>
              </a:rPr>
              <a:t> Transformation</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2460CB8-A4D8-D3FA-81E1-CFC7C7EEFA4B}"/>
              </a:ext>
            </a:extLst>
          </p:cNvPr>
          <p:cNvSpPr txBox="1"/>
          <p:nvPr/>
        </p:nvSpPr>
        <p:spPr>
          <a:xfrm>
            <a:off x="1288026" y="1828340"/>
            <a:ext cx="9822425" cy="461665"/>
          </a:xfrm>
          <a:prstGeom prst="rect">
            <a:avLst/>
          </a:prstGeom>
          <a:noFill/>
          <a:ln w="19050">
            <a:solidFill>
              <a:schemeClr val="accent4">
                <a:lumMod val="75000"/>
              </a:schemeClr>
            </a:solidFill>
          </a:ln>
        </p:spPr>
        <p:txBody>
          <a:bodyPr wrap="squar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Applied y’ = y^-1/2 (reciprocal square root)</a:t>
            </a:r>
          </a:p>
        </p:txBody>
      </p:sp>
      <p:sp>
        <p:nvSpPr>
          <p:cNvPr id="5" name="TextBox 4">
            <a:extLst>
              <a:ext uri="{FF2B5EF4-FFF2-40B4-BE49-F238E27FC236}">
                <a16:creationId xmlns:a16="http://schemas.microsoft.com/office/drawing/2014/main" id="{45D3B09E-C9E0-96D4-4652-9FCAA1597D93}"/>
              </a:ext>
            </a:extLst>
          </p:cNvPr>
          <p:cNvSpPr txBox="1"/>
          <p:nvPr/>
        </p:nvSpPr>
        <p:spPr>
          <a:xfrm>
            <a:off x="1288026" y="2733025"/>
            <a:ext cx="9733935" cy="1200329"/>
          </a:xfrm>
          <a:prstGeom prst="rect">
            <a:avLst/>
          </a:prstGeom>
          <a:noFill/>
        </p:spPr>
        <p:txBody>
          <a:bodyPr wrap="square" rtlCol="0">
            <a:spAutoFit/>
          </a:bodyPr>
          <a:lstStyle/>
          <a:p>
            <a:r>
              <a:rPr lang="en-US" sz="2400" b="1" kern="100" dirty="0">
                <a:effectLst/>
                <a:latin typeface="Calibri" panose="020F0502020204030204" pitchFamily="34" charset="0"/>
                <a:ea typeface="Calibri" panose="020F0502020204030204" pitchFamily="34" charset="0"/>
                <a:cs typeface="Calibri" panose="020F0502020204030204" pitchFamily="34" charset="0"/>
              </a:rPr>
              <a:t>Transformed model:</a:t>
            </a:r>
          </a:p>
          <a:p>
            <a:r>
              <a:rPr lang="es-ES" sz="2400" dirty="0">
                <a:latin typeface="Calibri" panose="020F0502020204030204" pitchFamily="34" charset="0"/>
                <a:ea typeface="Calibri" panose="020F0502020204030204" pitchFamily="34" charset="0"/>
                <a:cs typeface="Calibri" panose="020F0502020204030204" pitchFamily="34" charset="0"/>
              </a:rPr>
              <a:t>Y’ = 0.682 – 0.0001x1 + 0.0479x2 +0.0106x3 + 0.0719x5 – 0.000106x6 + 0.000106x7 – 0.234x8 + 0.0215x9 – 0.0321x10 - 0.0105x11</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FAD0D51-1214-2C70-F86D-2203D735A74C}"/>
              </a:ext>
            </a:extLst>
          </p:cNvPr>
          <p:cNvSpPr txBox="1"/>
          <p:nvPr/>
        </p:nvSpPr>
        <p:spPr>
          <a:xfrm>
            <a:off x="1332270" y="4532671"/>
            <a:ext cx="9330813" cy="1954959"/>
          </a:xfrm>
          <a:prstGeom prst="rect">
            <a:avLst/>
          </a:prstGeom>
          <a:noFill/>
        </p:spPr>
        <p:txBody>
          <a:bodyPr wrap="square" rtlCol="0">
            <a:spAutoFit/>
          </a:bodyPr>
          <a:lstStyle/>
          <a:p>
            <a:pPr marL="342900" marR="0" indent="-342900">
              <a:lnSpc>
                <a:spcPct val="107000"/>
              </a:lnSpc>
              <a:spcBef>
                <a:spcPts val="0"/>
              </a:spcBef>
              <a:spcAft>
                <a:spcPts val="800"/>
              </a:spcAft>
              <a:buFont typeface="Wingdings" panose="05000000000000000000" pitchFamily="2" charset="2"/>
              <a:buChar char="§"/>
            </a:pPr>
            <a:r>
              <a:rPr lang="en-US" sz="2400" kern="100" dirty="0">
                <a:effectLst/>
                <a:latin typeface="Calibri" panose="020F0502020204030204" pitchFamily="34" charset="0"/>
                <a:ea typeface="Calibri" panose="020F0502020204030204" pitchFamily="34" charset="0"/>
                <a:cs typeface="Calibri" panose="020F0502020204030204" pitchFamily="34" charset="0"/>
              </a:rPr>
              <a:t>Adjusted R-squared</a:t>
            </a:r>
            <a:r>
              <a:rPr lang="en-US" sz="2400" b="1" kern="100" dirty="0">
                <a:effectLst/>
                <a:latin typeface="Calibri" panose="020F0502020204030204" pitchFamily="34" charset="0"/>
                <a:ea typeface="Calibri" panose="020F0502020204030204" pitchFamily="34" charset="0"/>
                <a:cs typeface="Calibri" panose="020F0502020204030204" pitchFamily="34" charset="0"/>
              </a:rPr>
              <a:t>:  0.3232</a:t>
            </a:r>
          </a:p>
          <a:p>
            <a:pPr marL="342900" marR="0" indent="-342900">
              <a:lnSpc>
                <a:spcPct val="107000"/>
              </a:lnSpc>
              <a:spcBef>
                <a:spcPts val="0"/>
              </a:spcBef>
              <a:spcAft>
                <a:spcPts val="800"/>
              </a:spcAft>
              <a:buFont typeface="Wingdings" panose="05000000000000000000" pitchFamily="2" charset="2"/>
              <a:buChar char="§"/>
            </a:pPr>
            <a:r>
              <a:rPr lang="en-US" sz="2400" kern="100" dirty="0">
                <a:effectLst/>
                <a:latin typeface="Calibri" panose="020F0502020204030204" pitchFamily="34" charset="0"/>
                <a:ea typeface="Calibri" panose="020F0502020204030204" pitchFamily="34" charset="0"/>
                <a:cs typeface="Calibri" panose="020F0502020204030204" pitchFamily="34" charset="0"/>
              </a:rPr>
              <a:t>p-value: &lt; 2.2e-16</a:t>
            </a:r>
          </a:p>
          <a:p>
            <a:pPr marR="0">
              <a:lnSpc>
                <a:spcPct val="107000"/>
              </a:lnSpc>
              <a:spcBef>
                <a:spcPts val="0"/>
              </a:spcBef>
              <a:spcAft>
                <a:spcPts val="800"/>
              </a:spcAft>
            </a:pPr>
            <a:r>
              <a:rPr lang="en-US" sz="2400" b="1" kern="100" dirty="0">
                <a:effectLst/>
                <a:latin typeface="Calibri" panose="020F0502020204030204" pitchFamily="34" charset="0"/>
                <a:ea typeface="Calibri" panose="020F0502020204030204" pitchFamily="34" charset="0"/>
                <a:cs typeface="Calibri" panose="020F0502020204030204" pitchFamily="34" charset="0"/>
              </a:rPr>
              <a:t>The adjusted R-squared is still decreasing.</a:t>
            </a:r>
          </a:p>
          <a:p>
            <a:pPr marL="342900" indent="-34290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5734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E3D48-117C-C2D3-943C-383409E80115}"/>
              </a:ext>
            </a:extLst>
          </p:cNvPr>
          <p:cNvSpPr>
            <a:spLocks noGrp="1"/>
          </p:cNvSpPr>
          <p:nvPr>
            <p:ph type="title"/>
          </p:nvPr>
        </p:nvSpPr>
        <p:spPr>
          <a:xfrm>
            <a:off x="838200" y="365126"/>
            <a:ext cx="10515600" cy="981894"/>
          </a:xfrm>
        </p:spPr>
        <p:txBody>
          <a:bodyPr>
            <a:normAutofit fontScale="90000"/>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3</a:t>
            </a:r>
            <a:r>
              <a:rPr lang="en-US" b="1" baseline="30000" dirty="0">
                <a:latin typeface="Calibri" panose="020F0502020204030204" pitchFamily="34" charset="0"/>
                <a:ea typeface="Calibri" panose="020F0502020204030204" pitchFamily="34" charset="0"/>
                <a:cs typeface="Calibri" panose="020F0502020204030204" pitchFamily="34" charset="0"/>
              </a:rPr>
              <a:t>rd</a:t>
            </a:r>
            <a:r>
              <a:rPr lang="en-US" b="1" dirty="0">
                <a:latin typeface="Calibri" panose="020F0502020204030204" pitchFamily="34" charset="0"/>
                <a:ea typeface="Calibri" panose="020F0502020204030204" pitchFamily="34" charset="0"/>
                <a:cs typeface="Calibri" panose="020F0502020204030204" pitchFamily="34" charset="0"/>
              </a:rPr>
              <a:t> Transformation</a:t>
            </a:r>
            <a:br>
              <a:rPr lang="en-US" b="1" dirty="0">
                <a:latin typeface="Calibri" panose="020F0502020204030204" pitchFamily="34" charset="0"/>
                <a:ea typeface="Calibri" panose="020F0502020204030204" pitchFamily="34" charset="0"/>
                <a:cs typeface="Calibri" panose="020F0502020204030204" pitchFamily="34" charset="0"/>
              </a:rPr>
            </a:br>
            <a:r>
              <a:rPr lang="en-US" sz="3100" b="1" dirty="0">
                <a:latin typeface="Calibri" panose="020F0502020204030204" pitchFamily="34" charset="0"/>
                <a:ea typeface="Calibri" panose="020F0502020204030204" pitchFamily="34" charset="0"/>
                <a:cs typeface="Calibri" panose="020F0502020204030204" pitchFamily="34" charset="0"/>
              </a:rPr>
              <a:t>BOX -COX </a:t>
            </a:r>
          </a:p>
        </p:txBody>
      </p:sp>
      <p:pic>
        <p:nvPicPr>
          <p:cNvPr id="4" name="Content Placeholder 3" descr="A graph with a line&#10;&#10;Description automatically generated">
            <a:extLst>
              <a:ext uri="{FF2B5EF4-FFF2-40B4-BE49-F238E27FC236}">
                <a16:creationId xmlns:a16="http://schemas.microsoft.com/office/drawing/2014/main" id="{E4509BCE-456F-0C73-C871-EB4D48641251}"/>
              </a:ext>
            </a:extLst>
          </p:cNvPr>
          <p:cNvPicPr>
            <a:picLocks noGrp="1" noChangeAspect="1"/>
          </p:cNvPicPr>
          <p:nvPr>
            <p:ph idx="1"/>
          </p:nvPr>
        </p:nvPicPr>
        <p:blipFill>
          <a:blip r:embed="rId2"/>
          <a:stretch>
            <a:fillRect/>
          </a:stretch>
        </p:blipFill>
        <p:spPr>
          <a:xfrm>
            <a:off x="993459" y="1513681"/>
            <a:ext cx="5102541" cy="3254963"/>
          </a:xfrm>
          <a:prstGeom prst="rect">
            <a:avLst/>
          </a:prstGeom>
        </p:spPr>
      </p:pic>
      <p:sp>
        <p:nvSpPr>
          <p:cNvPr id="5" name="TextBox 4">
            <a:extLst>
              <a:ext uri="{FF2B5EF4-FFF2-40B4-BE49-F238E27FC236}">
                <a16:creationId xmlns:a16="http://schemas.microsoft.com/office/drawing/2014/main" id="{3DBF5449-79A2-6E77-1B21-ABB40C6ABA25}"/>
              </a:ext>
            </a:extLst>
          </p:cNvPr>
          <p:cNvSpPr txBox="1"/>
          <p:nvPr/>
        </p:nvSpPr>
        <p:spPr>
          <a:xfrm>
            <a:off x="2369575" y="1631181"/>
            <a:ext cx="3136490" cy="461665"/>
          </a:xfrm>
          <a:prstGeom prst="rect">
            <a:avLst/>
          </a:prstGeom>
          <a:noFill/>
        </p:spPr>
        <p:txBody>
          <a:bodyPr wrap="square" rtlCol="0">
            <a:spAutoFit/>
          </a:bodyPr>
          <a:lstStyle/>
          <a:p>
            <a:r>
              <a:rPr lang="en-US" sz="2400" b="1">
                <a:latin typeface="Calibri" panose="020F0502020204030204" pitchFamily="34" charset="0"/>
                <a:ea typeface="Calibri" panose="020F0502020204030204" pitchFamily="34" charset="0"/>
                <a:cs typeface="Calibri" panose="020F0502020204030204" pitchFamily="34" charset="0"/>
              </a:rPr>
              <a:t>Lambda value = 0.62</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826D1EF-B1D0-E6E8-E8B3-E697F32D2C57}"/>
              </a:ext>
            </a:extLst>
          </p:cNvPr>
          <p:cNvSpPr txBox="1"/>
          <p:nvPr/>
        </p:nvSpPr>
        <p:spPr>
          <a:xfrm>
            <a:off x="984027" y="4895488"/>
            <a:ext cx="10677431" cy="1323439"/>
          </a:xfrm>
          <a:prstGeom prst="rect">
            <a:avLst/>
          </a:prstGeom>
          <a:noFill/>
        </p:spPr>
        <p:txBody>
          <a:bodyPr wrap="square" rtlCol="0">
            <a:spAutoFit/>
          </a:bodyPr>
          <a:lstStyle/>
          <a:p>
            <a:r>
              <a:rPr lang="en-US" sz="2000" b="1" kern="100">
                <a:effectLst/>
                <a:latin typeface="Calibri" panose="020F0502020204030204" pitchFamily="34" charset="0"/>
                <a:ea typeface="Calibri" panose="020F0502020204030204" pitchFamily="34" charset="0"/>
                <a:cs typeface="Calibri" panose="020F0502020204030204" pitchFamily="34" charset="0"/>
              </a:rPr>
              <a:t>Transformed model:</a:t>
            </a:r>
          </a:p>
          <a:p>
            <a:r>
              <a:rPr lang="en-US" sz="2000" kern="100">
                <a:effectLst/>
                <a:latin typeface="Calibri" panose="020F0502020204030204" pitchFamily="34" charset="0"/>
                <a:ea typeface="Calibri" panose="020F0502020204030204" pitchFamily="34" charset="0"/>
                <a:cs typeface="Calibri" panose="020F0502020204030204" pitchFamily="34" charset="0"/>
              </a:rPr>
              <a:t>Y^0.62 = 6.645 + 0.006x1 – 0.361x2 – 0.066x3 + 0.004x4 – 0.601x5 + 0.001x6 – 0.001x7 – 40168x8 – 0.142x9 + 0.289x10 + 0.088x11</a:t>
            </a:r>
          </a:p>
          <a:p>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046311E-F955-E906-C7FE-FD8F73B62FF2}"/>
              </a:ext>
            </a:extLst>
          </p:cNvPr>
          <p:cNvSpPr txBox="1"/>
          <p:nvPr/>
        </p:nvSpPr>
        <p:spPr>
          <a:xfrm>
            <a:off x="6685935" y="2092845"/>
            <a:ext cx="5240594" cy="1457194"/>
          </a:xfrm>
          <a:prstGeom prst="rect">
            <a:avLst/>
          </a:prstGeom>
          <a:noFill/>
        </p:spPr>
        <p:txBody>
          <a:bodyPr wrap="square" rtlCol="0">
            <a:spAutoFit/>
          </a:bodyPr>
          <a:lstStyle/>
          <a:p>
            <a:pPr marL="342900" marR="0" indent="-342900">
              <a:lnSpc>
                <a:spcPct val="107000"/>
              </a:lnSpc>
              <a:spcBef>
                <a:spcPts val="0"/>
              </a:spcBef>
              <a:spcAft>
                <a:spcPts val="800"/>
              </a:spcAft>
              <a:buFont typeface="Wingdings" panose="05000000000000000000" pitchFamily="2" charset="2"/>
              <a:buChar char="§"/>
            </a:pPr>
            <a:r>
              <a:rPr lang="en-US" sz="2400" kern="100" dirty="0">
                <a:effectLst/>
                <a:latin typeface="Calibri" panose="020F0502020204030204" pitchFamily="34" charset="0"/>
                <a:ea typeface="Calibri" panose="020F0502020204030204" pitchFamily="34" charset="0"/>
                <a:cs typeface="Calibri" panose="020F0502020204030204" pitchFamily="34" charset="0"/>
              </a:rPr>
              <a:t>Adjusted R-squared:  </a:t>
            </a:r>
            <a:r>
              <a:rPr lang="en-US" sz="2400" b="1" kern="100" dirty="0">
                <a:effectLst/>
                <a:latin typeface="Calibri" panose="020F0502020204030204" pitchFamily="34" charset="0"/>
                <a:ea typeface="Calibri" panose="020F0502020204030204" pitchFamily="34" charset="0"/>
                <a:cs typeface="Calibri" panose="020F0502020204030204" pitchFamily="34" charset="0"/>
              </a:rPr>
              <a:t>0.3502</a:t>
            </a:r>
          </a:p>
          <a:p>
            <a:pPr marL="342900" marR="0" indent="-342900">
              <a:lnSpc>
                <a:spcPct val="107000"/>
              </a:lnSpc>
              <a:spcBef>
                <a:spcPts val="0"/>
              </a:spcBef>
              <a:spcAft>
                <a:spcPts val="800"/>
              </a:spcAft>
              <a:buFont typeface="Wingdings" panose="05000000000000000000" pitchFamily="2" charset="2"/>
              <a:buChar char="§"/>
            </a:pPr>
            <a:r>
              <a:rPr lang="en-US" sz="2400" kern="100" dirty="0">
                <a:effectLst/>
                <a:latin typeface="Calibri" panose="020F0502020204030204" pitchFamily="34" charset="0"/>
                <a:ea typeface="Calibri" panose="020F0502020204030204" pitchFamily="34" charset="0"/>
                <a:cs typeface="Calibri" panose="020F0502020204030204" pitchFamily="34" charset="0"/>
              </a:rPr>
              <a:t>p-value: &lt; 2.2e-16</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2F9D603-F873-0040-2A4D-BEF93C4F9C2D}"/>
              </a:ext>
            </a:extLst>
          </p:cNvPr>
          <p:cNvSpPr txBox="1"/>
          <p:nvPr/>
        </p:nvSpPr>
        <p:spPr>
          <a:xfrm>
            <a:off x="993459" y="6125497"/>
            <a:ext cx="10677431" cy="1015663"/>
          </a:xfrm>
          <a:prstGeom prst="rect">
            <a:avLst/>
          </a:prstGeom>
          <a:noFill/>
        </p:spPr>
        <p:txBody>
          <a:bodyPr wrap="square" rtlCol="0">
            <a:spAutoFit/>
          </a:bodyPr>
          <a:lstStyle/>
          <a:p>
            <a:r>
              <a:rPr lang="en-US" sz="2000" b="1" kern="100" dirty="0">
                <a:latin typeface="Calibri" panose="020F0502020204030204" pitchFamily="34" charset="0"/>
                <a:ea typeface="Calibri" panose="020F0502020204030204" pitchFamily="34" charset="0"/>
                <a:cs typeface="Calibri" panose="020F0502020204030204" pitchFamily="34" charset="0"/>
              </a:rPr>
              <a:t>The Adj R-squared is less compared to full model but it is better than the 1</a:t>
            </a:r>
            <a:r>
              <a:rPr lang="en-US" sz="2000" b="1" kern="100" baseline="30000" dirty="0">
                <a:latin typeface="Calibri" panose="020F0502020204030204" pitchFamily="34" charset="0"/>
                <a:ea typeface="Calibri" panose="020F0502020204030204" pitchFamily="34" charset="0"/>
                <a:cs typeface="Calibri" panose="020F0502020204030204" pitchFamily="34" charset="0"/>
              </a:rPr>
              <a:t>st</a:t>
            </a:r>
            <a:r>
              <a:rPr lang="en-US" sz="2000" b="1" kern="100" dirty="0">
                <a:latin typeface="Calibri" panose="020F0502020204030204" pitchFamily="34" charset="0"/>
                <a:ea typeface="Calibri" panose="020F0502020204030204" pitchFamily="34" charset="0"/>
                <a:cs typeface="Calibri" panose="020F0502020204030204" pitchFamily="34" charset="0"/>
              </a:rPr>
              <a:t> and 2</a:t>
            </a:r>
            <a:r>
              <a:rPr lang="en-US" sz="2000" b="1" kern="100" baseline="30000" dirty="0">
                <a:latin typeface="Calibri" panose="020F0502020204030204" pitchFamily="34" charset="0"/>
                <a:ea typeface="Calibri" panose="020F0502020204030204" pitchFamily="34" charset="0"/>
                <a:cs typeface="Calibri" panose="020F0502020204030204" pitchFamily="34" charset="0"/>
              </a:rPr>
              <a:t>nd</a:t>
            </a:r>
            <a:r>
              <a:rPr lang="en-US" sz="2000" b="1" kern="100" dirty="0">
                <a:latin typeface="Calibri" panose="020F0502020204030204" pitchFamily="34" charset="0"/>
                <a:ea typeface="Calibri" panose="020F0502020204030204" pitchFamily="34" charset="0"/>
                <a:cs typeface="Calibri" panose="020F0502020204030204" pitchFamily="34" charset="0"/>
              </a:rPr>
              <a:t> transformations.</a:t>
            </a:r>
            <a:endParaRPr lang="en-US" sz="2000" b="1" kern="100" dirty="0">
              <a:effectLst/>
              <a:latin typeface="Calibri" panose="020F0502020204030204" pitchFamily="34" charset="0"/>
              <a:ea typeface="Calibri" panose="020F0502020204030204" pitchFamily="34" charset="0"/>
              <a:cs typeface="Calibri" panose="020F0502020204030204" pitchFamily="34" charset="0"/>
            </a:endParaRPr>
          </a:p>
          <a:p>
            <a:endParaRPr lang="en-US" sz="2000" b="1" dirty="0"/>
          </a:p>
        </p:txBody>
      </p:sp>
    </p:spTree>
    <p:extLst>
      <p:ext uri="{BB962C8B-B14F-4D97-AF65-F5344CB8AC3E}">
        <p14:creationId xmlns:p14="http://schemas.microsoft.com/office/powerpoint/2010/main" val="3496693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D4DAD-55ED-0BE0-FF44-694F2D34D358}"/>
              </a:ext>
            </a:extLst>
          </p:cNvPr>
          <p:cNvSpPr>
            <a:spLocks noGrp="1"/>
          </p:cNvSpPr>
          <p:nvPr>
            <p:ph type="title"/>
          </p:nvPr>
        </p:nvSpPr>
        <p:spPr/>
        <p:txBody>
          <a:bodyPr/>
          <a:lstStyle/>
          <a:p>
            <a:pPr algn="ctr"/>
            <a:r>
              <a:rPr lang="en-US" b="1">
                <a:latin typeface="Calibri" panose="020F0502020204030204" pitchFamily="34" charset="0"/>
                <a:ea typeface="Calibri" panose="020F0502020204030204" pitchFamily="34" charset="0"/>
                <a:cs typeface="Calibri" panose="020F0502020204030204" pitchFamily="34" charset="0"/>
              </a:rPr>
              <a:t>CONCLUSION</a:t>
            </a:r>
            <a:endParaRPr lang="en-US"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extBox 3">
            <a:extLst>
              <a:ext uri="{FF2B5EF4-FFF2-40B4-BE49-F238E27FC236}">
                <a16:creationId xmlns:a16="http://schemas.microsoft.com/office/drawing/2014/main" id="{FA131740-9158-2028-9266-DC4BE7545973}"/>
              </a:ext>
            </a:extLst>
          </p:cNvPr>
          <p:cNvGraphicFramePr/>
          <p:nvPr>
            <p:extLst>
              <p:ext uri="{D42A27DB-BD31-4B8C-83A1-F6EECF244321}">
                <p14:modId xmlns:p14="http://schemas.microsoft.com/office/powerpoint/2010/main" val="424321358"/>
              </p:ext>
            </p:extLst>
          </p:nvPr>
        </p:nvGraphicFramePr>
        <p:xfrm>
          <a:off x="1317522" y="1612489"/>
          <a:ext cx="10697497" cy="47194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394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B19CF3-A290-A335-0545-5E3A782B4C24}"/>
              </a:ext>
            </a:extLst>
          </p:cNvPr>
          <p:cNvSpPr>
            <a:spLocks noGrp="1"/>
          </p:cNvSpPr>
          <p:nvPr>
            <p:ph type="ctrTitle"/>
          </p:nvPr>
        </p:nvSpPr>
        <p:spPr>
          <a:xfrm>
            <a:off x="457200" y="1598246"/>
            <a:ext cx="4412419" cy="3626217"/>
          </a:xfrm>
        </p:spPr>
        <p:txBody>
          <a:bodyPr anchor="t">
            <a:normAutofit/>
          </a:bodyPr>
          <a:lstStyle/>
          <a:p>
            <a:pPr algn="r"/>
            <a:r>
              <a:rPr lang="en-US" sz="8000">
                <a:solidFill>
                  <a:schemeClr val="bg1"/>
                </a:solidFill>
              </a:rPr>
              <a:t>THANK YOU</a:t>
            </a:r>
          </a:p>
        </p:txBody>
      </p:sp>
      <p:sp>
        <p:nvSpPr>
          <p:cNvPr id="31"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solidFill>
            <a:schemeClr val="bg1"/>
          </a:solidFill>
          <a:ln w="603" cap="flat">
            <a:noFill/>
            <a:prstDash val="solid"/>
            <a:miter/>
          </a:ln>
        </p:spPr>
        <p:txBody>
          <a:bodyPr rtlCol="0" anchor="ctr"/>
          <a:lstStyle/>
          <a:p>
            <a:endParaRPr lang="en-US"/>
          </a:p>
        </p:txBody>
      </p:sp>
      <p:cxnSp>
        <p:nvCxnSpPr>
          <p:cNvPr id="32" name="Straight Connector 3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6" name="Graphic 5" descr="Smiling Face with No Fill">
            <a:extLst>
              <a:ext uri="{FF2B5EF4-FFF2-40B4-BE49-F238E27FC236}">
                <a16:creationId xmlns:a16="http://schemas.microsoft.com/office/drawing/2014/main" id="{0E9FF0DB-CA3D-AC5A-BFF7-436DAA3067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106" y="1598246"/>
            <a:ext cx="4783504" cy="4783504"/>
          </a:xfrm>
          <a:prstGeom prst="rect">
            <a:avLst/>
          </a:prstGeom>
        </p:spPr>
      </p:pic>
      <p:sp>
        <p:nvSpPr>
          <p:cNvPr id="33"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spTree>
    <p:extLst>
      <p:ext uri="{BB962C8B-B14F-4D97-AF65-F5344CB8AC3E}">
        <p14:creationId xmlns:p14="http://schemas.microsoft.com/office/powerpoint/2010/main" val="1301970425"/>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835697-9C36-4314-8B67-8C585E2F82F3}">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469</TotalTime>
  <Words>606</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Cambria Math</vt:lpstr>
      <vt:lpstr>Gill Sans Nova</vt:lpstr>
      <vt:lpstr>Wingdings</vt:lpstr>
      <vt:lpstr>GradientVTI</vt:lpstr>
      <vt:lpstr>Wine Quality Prediction </vt:lpstr>
      <vt:lpstr>DATASET :The wine quality dataset comprises various physicochemical properties of wines. This dataset provides valuable insights into the relationship between wine composition and perceived quality, offering an opportunity for analysis and predictive modeling.</vt:lpstr>
      <vt:lpstr>Checking multicollinearity</vt:lpstr>
      <vt:lpstr>Full Model  Y= 21.97 + 0.0249x1 – 1.084x2 – 0.1826x3 + 0.0163x4 – 1.874x5 + 0.00436x6 – 0.00326x7 – 17.88x8 – 0.413x9 + 0.916x10 + 0.276x11 </vt:lpstr>
      <vt:lpstr>Reduced Model</vt:lpstr>
      <vt:lpstr>Y-hat vs xi  for estimating polynomial degree of xi </vt:lpstr>
      <vt:lpstr>Residuals vs Y-hat</vt:lpstr>
      <vt:lpstr>1st Transformation </vt:lpstr>
      <vt:lpstr>2nd Transformation</vt:lpstr>
      <vt:lpstr>3rd Transformation BOX -COX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Seed Quality Prediction Using Linear regression methods</dc:title>
  <dc:creator>ajay poreddy</dc:creator>
  <cp:lastModifiedBy>ajay poreddy</cp:lastModifiedBy>
  <cp:revision>1</cp:revision>
  <dcterms:created xsi:type="dcterms:W3CDTF">2024-04-23T03:12:21Z</dcterms:created>
  <dcterms:modified xsi:type="dcterms:W3CDTF">2024-04-23T18:58:17Z</dcterms:modified>
</cp:coreProperties>
</file>