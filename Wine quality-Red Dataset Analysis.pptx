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D0A1D-6224-47A1-A6C6-0C08927262B0}" v="31" dt="2024-02-27T05:16:10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poreddy" userId="a76d0cce41846b4c" providerId="LiveId" clId="{11ED0A1D-6224-47A1-A6C6-0C08927262B0}"/>
    <pc:docChg chg="undo redo custSel addSld delSld modSld sldOrd addSection delSection">
      <pc:chgData name="ajay poreddy" userId="a76d0cce41846b4c" providerId="LiveId" clId="{11ED0A1D-6224-47A1-A6C6-0C08927262B0}" dt="2024-02-27T05:41:46.908" v="668" actId="20577"/>
      <pc:docMkLst>
        <pc:docMk/>
      </pc:docMkLst>
      <pc:sldChg chg="addSp delSp modSp mod setBg">
        <pc:chgData name="ajay poreddy" userId="a76d0cce41846b4c" providerId="LiveId" clId="{11ED0A1D-6224-47A1-A6C6-0C08927262B0}" dt="2024-02-27T05:41:46.908" v="668" actId="20577"/>
        <pc:sldMkLst>
          <pc:docMk/>
          <pc:sldMk cId="2445608227" sldId="256"/>
        </pc:sldMkLst>
        <pc:spChg chg="mod">
          <ac:chgData name="ajay poreddy" userId="a76d0cce41846b4c" providerId="LiveId" clId="{11ED0A1D-6224-47A1-A6C6-0C08927262B0}" dt="2024-02-27T03:52:41.508" v="7" actId="26606"/>
          <ac:spMkLst>
            <pc:docMk/>
            <pc:sldMk cId="2445608227" sldId="256"/>
            <ac:spMk id="2" creationId="{DD53ED39-0917-DB92-DC0A-ED348147E22A}"/>
          </ac:spMkLst>
        </pc:spChg>
        <pc:spChg chg="mod">
          <ac:chgData name="ajay poreddy" userId="a76d0cce41846b4c" providerId="LiveId" clId="{11ED0A1D-6224-47A1-A6C6-0C08927262B0}" dt="2024-02-27T05:41:46.908" v="668" actId="20577"/>
          <ac:spMkLst>
            <pc:docMk/>
            <pc:sldMk cId="2445608227" sldId="256"/>
            <ac:spMk id="3" creationId="{6EC09509-4DA7-2710-7B1D-5809E895008C}"/>
          </ac:spMkLst>
        </pc:spChg>
        <pc:spChg chg="add del">
          <ac:chgData name="ajay poreddy" userId="a76d0cce41846b4c" providerId="LiveId" clId="{11ED0A1D-6224-47A1-A6C6-0C08927262B0}" dt="2024-02-27T03:52:15.745" v="4" actId="26606"/>
          <ac:spMkLst>
            <pc:docMk/>
            <pc:sldMk cId="2445608227" sldId="256"/>
            <ac:spMk id="10" creationId="{657F69E0-C4B0-4BEC-A689-4F8D877F05D4}"/>
          </ac:spMkLst>
        </pc:spChg>
        <pc:spChg chg="add del">
          <ac:chgData name="ajay poreddy" userId="a76d0cce41846b4c" providerId="LiveId" clId="{11ED0A1D-6224-47A1-A6C6-0C08927262B0}" dt="2024-02-27T03:52:15.745" v="4" actId="26606"/>
          <ac:spMkLst>
            <pc:docMk/>
            <pc:sldMk cId="2445608227" sldId="256"/>
            <ac:spMk id="12" creationId="{9F6380B4-6A1C-481E-8408-B4E6C75B9B81}"/>
          </ac:spMkLst>
        </pc:spChg>
        <pc:spChg chg="add del">
          <ac:chgData name="ajay poreddy" userId="a76d0cce41846b4c" providerId="LiveId" clId="{11ED0A1D-6224-47A1-A6C6-0C08927262B0}" dt="2024-02-27T03:52:41.469" v="6" actId="26606"/>
          <ac:spMkLst>
            <pc:docMk/>
            <pc:sldMk cId="2445608227" sldId="256"/>
            <ac:spMk id="14" creationId="{94993204-9792-4E61-A83C-73D4379E2B1C}"/>
          </ac:spMkLst>
        </pc:spChg>
        <pc:spChg chg="add del">
          <ac:chgData name="ajay poreddy" userId="a76d0cce41846b4c" providerId="LiveId" clId="{11ED0A1D-6224-47A1-A6C6-0C08927262B0}" dt="2024-02-27T03:52:41.469" v="6" actId="26606"/>
          <ac:spMkLst>
            <pc:docMk/>
            <pc:sldMk cId="2445608227" sldId="256"/>
            <ac:spMk id="15" creationId="{5964CBE2-084A-47DF-A704-CF5F6217B569}"/>
          </ac:spMkLst>
        </pc:spChg>
        <pc:spChg chg="add del">
          <ac:chgData name="ajay poreddy" userId="a76d0cce41846b4c" providerId="LiveId" clId="{11ED0A1D-6224-47A1-A6C6-0C08927262B0}" dt="2024-02-27T03:52:41.469" v="6" actId="26606"/>
          <ac:spMkLst>
            <pc:docMk/>
            <pc:sldMk cId="2445608227" sldId="256"/>
            <ac:spMk id="16" creationId="{686A5CBB-E03B-4019-8BCD-78975D39E48C}"/>
          </ac:spMkLst>
        </pc:spChg>
        <pc:spChg chg="add">
          <ac:chgData name="ajay poreddy" userId="a76d0cce41846b4c" providerId="LiveId" clId="{11ED0A1D-6224-47A1-A6C6-0C08927262B0}" dt="2024-02-27T03:52:41.508" v="7" actId="26606"/>
          <ac:spMkLst>
            <pc:docMk/>
            <pc:sldMk cId="2445608227" sldId="256"/>
            <ac:spMk id="18" creationId="{657F69E0-C4B0-4BEC-A689-4F8D877F05D4}"/>
          </ac:spMkLst>
        </pc:spChg>
        <pc:spChg chg="add">
          <ac:chgData name="ajay poreddy" userId="a76d0cce41846b4c" providerId="LiveId" clId="{11ED0A1D-6224-47A1-A6C6-0C08927262B0}" dt="2024-02-27T03:52:41.508" v="7" actId="26606"/>
          <ac:spMkLst>
            <pc:docMk/>
            <pc:sldMk cId="2445608227" sldId="256"/>
            <ac:spMk id="19" creationId="{9F6380B4-6A1C-481E-8408-B4E6C75B9B81}"/>
          </ac:spMkLst>
        </pc:spChg>
        <pc:picChg chg="add mod ord">
          <ac:chgData name="ajay poreddy" userId="a76d0cce41846b4c" providerId="LiveId" clId="{11ED0A1D-6224-47A1-A6C6-0C08927262B0}" dt="2024-02-27T03:52:41.508" v="7" actId="26606"/>
          <ac:picMkLst>
            <pc:docMk/>
            <pc:sldMk cId="2445608227" sldId="256"/>
            <ac:picMk id="5" creationId="{CDF9967A-092A-AC4A-BDC8-ED24E9EF4159}"/>
          </ac:picMkLst>
        </pc:picChg>
      </pc:sldChg>
      <pc:sldChg chg="addSp delSp modSp new mod setBg setClrOvrMap">
        <pc:chgData name="ajay poreddy" userId="a76d0cce41846b4c" providerId="LiveId" clId="{11ED0A1D-6224-47A1-A6C6-0C08927262B0}" dt="2024-02-27T04:58:59.818" v="203" actId="27614"/>
        <pc:sldMkLst>
          <pc:docMk/>
          <pc:sldMk cId="1142095617" sldId="257"/>
        </pc:sldMkLst>
        <pc:spChg chg="mod">
          <ac:chgData name="ajay poreddy" userId="a76d0cce41846b4c" providerId="LiveId" clId="{11ED0A1D-6224-47A1-A6C6-0C08927262B0}" dt="2024-02-27T04:58:54.679" v="202" actId="26606"/>
          <ac:spMkLst>
            <pc:docMk/>
            <pc:sldMk cId="1142095617" sldId="257"/>
            <ac:spMk id="2" creationId="{6BE43618-8BED-444F-C74C-A42D0F7C61BC}"/>
          </ac:spMkLst>
        </pc:spChg>
        <pc:spChg chg="add del mod">
          <ac:chgData name="ajay poreddy" userId="a76d0cce41846b4c" providerId="LiveId" clId="{11ED0A1D-6224-47A1-A6C6-0C08927262B0}" dt="2024-02-27T04:09:32.408" v="42" actId="26606"/>
          <ac:spMkLst>
            <pc:docMk/>
            <pc:sldMk cId="1142095617" sldId="257"/>
            <ac:spMk id="3" creationId="{C8F8E859-5565-D8FF-16AB-921736968D45}"/>
          </ac:spMkLst>
        </pc:spChg>
        <pc:spChg chg="add del">
          <ac:chgData name="ajay poreddy" userId="a76d0cce41846b4c" providerId="LiveId" clId="{11ED0A1D-6224-47A1-A6C6-0C08927262B0}" dt="2024-02-27T04:09:21.376" v="37" actId="26606"/>
          <ac:spMkLst>
            <pc:docMk/>
            <pc:sldMk cId="1142095617" sldId="257"/>
            <ac:spMk id="10" creationId="{B50AB553-2A96-4A92-96F2-93548E096954}"/>
          </ac:spMkLst>
        </pc:spChg>
        <pc:spChg chg="add del">
          <ac:chgData name="ajay poreddy" userId="a76d0cce41846b4c" providerId="LiveId" clId="{11ED0A1D-6224-47A1-A6C6-0C08927262B0}" dt="2024-02-27T04:10:40.529" v="44" actId="26606"/>
          <ac:spMkLst>
            <pc:docMk/>
            <pc:sldMk cId="1142095617" sldId="257"/>
            <ac:spMk id="21" creationId="{2659FDB4-FCBE-4A89-B46D-43D4FA54464D}"/>
          </ac:spMkLst>
        </pc:spChg>
        <pc:spChg chg="add del">
          <ac:chgData name="ajay poreddy" userId="a76d0cce41846b4c" providerId="LiveId" clId="{11ED0A1D-6224-47A1-A6C6-0C08927262B0}" dt="2024-02-27T04:10:42.543" v="46" actId="26606"/>
          <ac:spMkLst>
            <pc:docMk/>
            <pc:sldMk cId="1142095617" sldId="257"/>
            <ac:spMk id="22" creationId="{4037C1C0-FADA-40C7-B923-037899A24F09}"/>
          </ac:spMkLst>
        </pc:spChg>
        <pc:spChg chg="add del">
          <ac:chgData name="ajay poreddy" userId="a76d0cce41846b4c" providerId="LiveId" clId="{11ED0A1D-6224-47A1-A6C6-0C08927262B0}" dt="2024-02-27T04:10:42.543" v="46" actId="26606"/>
          <ac:spMkLst>
            <pc:docMk/>
            <pc:sldMk cId="1142095617" sldId="257"/>
            <ac:spMk id="24" creationId="{4B56CC07-3AFD-4C79-AFB2-0428FBBD79D1}"/>
          </ac:spMkLst>
        </pc:spChg>
        <pc:spChg chg="add del">
          <ac:chgData name="ajay poreddy" userId="a76d0cce41846b4c" providerId="LiveId" clId="{11ED0A1D-6224-47A1-A6C6-0C08927262B0}" dt="2024-02-27T04:10:58.398" v="48" actId="26606"/>
          <ac:spMkLst>
            <pc:docMk/>
            <pc:sldMk cId="1142095617" sldId="257"/>
            <ac:spMk id="26" creationId="{5C8908E2-EE49-44D2-9428-A28D2312A8D5}"/>
          </ac:spMkLst>
        </pc:spChg>
        <pc:spChg chg="add del">
          <ac:chgData name="ajay poreddy" userId="a76d0cce41846b4c" providerId="LiveId" clId="{11ED0A1D-6224-47A1-A6C6-0C08927262B0}" dt="2024-02-27T04:10:58.398" v="48" actId="26606"/>
          <ac:spMkLst>
            <pc:docMk/>
            <pc:sldMk cId="1142095617" sldId="257"/>
            <ac:spMk id="27" creationId="{7449A6C7-D15F-4AA5-BFA5-71A404B47016}"/>
          </ac:spMkLst>
        </pc:spChg>
        <pc:spChg chg="add del">
          <ac:chgData name="ajay poreddy" userId="a76d0cce41846b4c" providerId="LiveId" clId="{11ED0A1D-6224-47A1-A6C6-0C08927262B0}" dt="2024-02-27T04:10:58.398" v="48" actId="26606"/>
          <ac:spMkLst>
            <pc:docMk/>
            <pc:sldMk cId="1142095617" sldId="257"/>
            <ac:spMk id="29" creationId="{ED888B23-07FA-482A-96DF-47E31AF1A603}"/>
          </ac:spMkLst>
        </pc:spChg>
        <pc:spChg chg="add del">
          <ac:chgData name="ajay poreddy" userId="a76d0cce41846b4c" providerId="LiveId" clId="{11ED0A1D-6224-47A1-A6C6-0C08927262B0}" dt="2024-02-27T04:11:06.024" v="50" actId="26606"/>
          <ac:spMkLst>
            <pc:docMk/>
            <pc:sldMk cId="1142095617" sldId="257"/>
            <ac:spMk id="32" creationId="{D9A7F3BF-8763-4074-AD77-92790AF314D1}"/>
          </ac:spMkLst>
        </pc:spChg>
        <pc:spChg chg="add del">
          <ac:chgData name="ajay poreddy" userId="a76d0cce41846b4c" providerId="LiveId" clId="{11ED0A1D-6224-47A1-A6C6-0C08927262B0}" dt="2024-02-27T04:11:30.432" v="52" actId="26606"/>
          <ac:spMkLst>
            <pc:docMk/>
            <pc:sldMk cId="1142095617" sldId="257"/>
            <ac:spMk id="39" creationId="{9D8233B0-41B5-4D9A-AEEC-13DB66A8C9B5}"/>
          </ac:spMkLst>
        </pc:spChg>
        <pc:spChg chg="add del">
          <ac:chgData name="ajay poreddy" userId="a76d0cce41846b4c" providerId="LiveId" clId="{11ED0A1D-6224-47A1-A6C6-0C08927262B0}" dt="2024-02-27T04:11:30.432" v="52" actId="26606"/>
          <ac:spMkLst>
            <pc:docMk/>
            <pc:sldMk cId="1142095617" sldId="257"/>
            <ac:spMk id="42" creationId="{E659831F-0D9A-4C63-9EBB-8435B85A440F}"/>
          </ac:spMkLst>
        </pc:spChg>
        <pc:spChg chg="add del">
          <ac:chgData name="ajay poreddy" userId="a76d0cce41846b4c" providerId="LiveId" clId="{11ED0A1D-6224-47A1-A6C6-0C08927262B0}" dt="2024-02-27T04:57:36.542" v="183" actId="26606"/>
          <ac:spMkLst>
            <pc:docMk/>
            <pc:sldMk cId="1142095617" sldId="257"/>
            <ac:spMk id="44" creationId="{D9A7F3BF-8763-4074-AD77-92790AF314D1}"/>
          </ac:spMkLst>
        </pc:spChg>
        <pc:spChg chg="add del">
          <ac:chgData name="ajay poreddy" userId="a76d0cce41846b4c" providerId="LiveId" clId="{11ED0A1D-6224-47A1-A6C6-0C08927262B0}" dt="2024-02-27T04:56:10.453" v="138" actId="26606"/>
          <ac:spMkLst>
            <pc:docMk/>
            <pc:sldMk cId="1142095617" sldId="257"/>
            <ac:spMk id="51" creationId="{32BC26D8-82FB-445E-AA49-62A77D7C1EE0}"/>
          </ac:spMkLst>
        </pc:spChg>
        <pc:spChg chg="add del">
          <ac:chgData name="ajay poreddy" userId="a76d0cce41846b4c" providerId="LiveId" clId="{11ED0A1D-6224-47A1-A6C6-0C08927262B0}" dt="2024-02-27T04:56:10.453" v="138" actId="26606"/>
          <ac:spMkLst>
            <pc:docMk/>
            <pc:sldMk cId="1142095617" sldId="257"/>
            <ac:spMk id="52" creationId="{CB44330D-EA18-4254-AA95-EB49948539B8}"/>
          </ac:spMkLst>
        </pc:spChg>
        <pc:spChg chg="add del">
          <ac:chgData name="ajay poreddy" userId="a76d0cce41846b4c" providerId="LiveId" clId="{11ED0A1D-6224-47A1-A6C6-0C08927262B0}" dt="2024-02-27T04:39:10.908" v="55" actId="26606"/>
          <ac:spMkLst>
            <pc:docMk/>
            <pc:sldMk cId="1142095617" sldId="257"/>
            <ac:spMk id="54" creationId="{56E9B3E6-E277-4D68-BA48-9CB43FFBD6E2}"/>
          </ac:spMkLst>
        </pc:spChg>
        <pc:spChg chg="add del">
          <ac:chgData name="ajay poreddy" userId="a76d0cce41846b4c" providerId="LiveId" clId="{11ED0A1D-6224-47A1-A6C6-0C08927262B0}" dt="2024-02-27T04:56:12.756" v="140" actId="26606"/>
          <ac:spMkLst>
            <pc:docMk/>
            <pc:sldMk cId="1142095617" sldId="257"/>
            <ac:spMk id="55" creationId="{AB8C311F-7253-4AED-9701-7FC0708C41C7}"/>
          </ac:spMkLst>
        </pc:spChg>
        <pc:spChg chg="add del">
          <ac:chgData name="ajay poreddy" userId="a76d0cce41846b4c" providerId="LiveId" clId="{11ED0A1D-6224-47A1-A6C6-0C08927262B0}" dt="2024-02-27T04:56:12.756" v="140" actId="26606"/>
          <ac:spMkLst>
            <pc:docMk/>
            <pc:sldMk cId="1142095617" sldId="257"/>
            <ac:spMk id="57" creationId="{E2384209-CB15-4CDF-9D31-C44FD9A3F20D}"/>
          </ac:spMkLst>
        </pc:spChg>
        <pc:spChg chg="add del">
          <ac:chgData name="ajay poreddy" userId="a76d0cce41846b4c" providerId="LiveId" clId="{11ED0A1D-6224-47A1-A6C6-0C08927262B0}" dt="2024-02-27T04:56:12.756" v="140" actId="26606"/>
          <ac:spMkLst>
            <pc:docMk/>
            <pc:sldMk cId="1142095617" sldId="257"/>
            <ac:spMk id="58" creationId="{2633B3B5-CC90-43F0-8714-D31D1F3F0209}"/>
          </ac:spMkLst>
        </pc:spChg>
        <pc:spChg chg="add del">
          <ac:chgData name="ajay poreddy" userId="a76d0cce41846b4c" providerId="LiveId" clId="{11ED0A1D-6224-47A1-A6C6-0C08927262B0}" dt="2024-02-27T04:56:12.756" v="140" actId="26606"/>
          <ac:spMkLst>
            <pc:docMk/>
            <pc:sldMk cId="1142095617" sldId="257"/>
            <ac:spMk id="60" creationId="{A8D57A06-A426-446D-B02C-A2DC6B62E45E}"/>
          </ac:spMkLst>
        </pc:spChg>
        <pc:spChg chg="add del">
          <ac:chgData name="ajay poreddy" userId="a76d0cce41846b4c" providerId="LiveId" clId="{11ED0A1D-6224-47A1-A6C6-0C08927262B0}" dt="2024-02-27T04:39:10.908" v="55" actId="26606"/>
          <ac:spMkLst>
            <pc:docMk/>
            <pc:sldMk cId="1142095617" sldId="257"/>
            <ac:spMk id="61" creationId="{D5B0017B-2ECA-49AF-B397-DC140825DF8D}"/>
          </ac:spMkLst>
        </pc:spChg>
        <pc:spChg chg="add del">
          <ac:chgData name="ajay poreddy" userId="a76d0cce41846b4c" providerId="LiveId" clId="{11ED0A1D-6224-47A1-A6C6-0C08927262B0}" dt="2024-02-27T04:56:16.472" v="142" actId="26606"/>
          <ac:spMkLst>
            <pc:docMk/>
            <pc:sldMk cId="1142095617" sldId="257"/>
            <ac:spMk id="62" creationId="{1A9F7B4E-B03D-4F64-BE33-00D074458D45}"/>
          </ac:spMkLst>
        </pc:spChg>
        <pc:spChg chg="add del">
          <ac:chgData name="ajay poreddy" userId="a76d0cce41846b4c" providerId="LiveId" clId="{11ED0A1D-6224-47A1-A6C6-0C08927262B0}" dt="2024-02-27T04:56:16.472" v="142" actId="26606"/>
          <ac:spMkLst>
            <pc:docMk/>
            <pc:sldMk cId="1142095617" sldId="257"/>
            <ac:spMk id="64" creationId="{7E2BE7F7-CA89-4002-ACCE-A478AEA24F5E}"/>
          </ac:spMkLst>
        </pc:spChg>
        <pc:spChg chg="add del">
          <ac:chgData name="ajay poreddy" userId="a76d0cce41846b4c" providerId="LiveId" clId="{11ED0A1D-6224-47A1-A6C6-0C08927262B0}" dt="2024-02-27T04:56:22.565" v="146" actId="26606"/>
          <ac:spMkLst>
            <pc:docMk/>
            <pc:sldMk cId="1142095617" sldId="257"/>
            <ac:spMk id="70" creationId="{21ED5FCA-9564-42B4-9F52-2CCED8ED60CA}"/>
          </ac:spMkLst>
        </pc:spChg>
        <pc:spChg chg="add del">
          <ac:chgData name="ajay poreddy" userId="a76d0cce41846b4c" providerId="LiveId" clId="{11ED0A1D-6224-47A1-A6C6-0C08927262B0}" dt="2024-02-27T04:56:22.565" v="146" actId="26606"/>
          <ac:spMkLst>
            <pc:docMk/>
            <pc:sldMk cId="1142095617" sldId="257"/>
            <ac:spMk id="71" creationId="{081E4A58-353D-44AE-B2FC-2A74E2E400F7}"/>
          </ac:spMkLst>
        </pc:spChg>
        <pc:spChg chg="add del">
          <ac:chgData name="ajay poreddy" userId="a76d0cce41846b4c" providerId="LiveId" clId="{11ED0A1D-6224-47A1-A6C6-0C08927262B0}" dt="2024-02-27T04:56:24.688" v="148" actId="26606"/>
          <ac:spMkLst>
            <pc:docMk/>
            <pc:sldMk cId="1142095617" sldId="257"/>
            <ac:spMk id="73" creationId="{C3420C89-0B09-4632-A4AF-3971D08BF7A8}"/>
          </ac:spMkLst>
        </pc:spChg>
        <pc:spChg chg="add del">
          <ac:chgData name="ajay poreddy" userId="a76d0cce41846b4c" providerId="LiveId" clId="{11ED0A1D-6224-47A1-A6C6-0C08927262B0}" dt="2024-02-27T04:56:24.688" v="148" actId="26606"/>
          <ac:spMkLst>
            <pc:docMk/>
            <pc:sldMk cId="1142095617" sldId="257"/>
            <ac:spMk id="74" creationId="{4E5CBA61-BF74-40B4-A3A8-366BBA626CCF}"/>
          </ac:spMkLst>
        </pc:spChg>
        <pc:spChg chg="add del">
          <ac:chgData name="ajay poreddy" userId="a76d0cce41846b4c" providerId="LiveId" clId="{11ED0A1D-6224-47A1-A6C6-0C08927262B0}" dt="2024-02-27T04:56:28.111" v="150" actId="26606"/>
          <ac:spMkLst>
            <pc:docMk/>
            <pc:sldMk cId="1142095617" sldId="257"/>
            <ac:spMk id="82" creationId="{5AA03EDC-7067-4DFF-B672-541D016AAAB8}"/>
          </ac:spMkLst>
        </pc:spChg>
        <pc:spChg chg="add del">
          <ac:chgData name="ajay poreddy" userId="a76d0cce41846b4c" providerId="LiveId" clId="{11ED0A1D-6224-47A1-A6C6-0C08927262B0}" dt="2024-02-27T04:56:28.111" v="150" actId="26606"/>
          <ac:spMkLst>
            <pc:docMk/>
            <pc:sldMk cId="1142095617" sldId="257"/>
            <ac:spMk id="83" creationId="{0EBF3E39-B0BE-496A-8604-9007470FFA3A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85" creationId="{F3060C83-F051-4F0E-ABAD-AA0DFC48B218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86" creationId="{83C98ABE-055B-441F-B07E-44F97F083C39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87" creationId="{29FDB030-9B49-4CED-8CCD-4D99382388AC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88" creationId="{3783CA14-24A1-485C-8B30-D6A5D87987AD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89" creationId="{9A97C86A-04D6-40F7-AE84-31AB43E6A846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90" creationId="{FF9F2414-84E8-453E-B1F3-389FDE8192D9}"/>
          </ac:spMkLst>
        </pc:spChg>
        <pc:spChg chg="add del">
          <ac:chgData name="ajay poreddy" userId="a76d0cce41846b4c" providerId="LiveId" clId="{11ED0A1D-6224-47A1-A6C6-0C08927262B0}" dt="2024-02-27T04:56:30.603" v="152" actId="26606"/>
          <ac:spMkLst>
            <pc:docMk/>
            <pc:sldMk cId="1142095617" sldId="257"/>
            <ac:spMk id="91" creationId="{3ECA69A1-7536-43AC-85EF-C7106179F5ED}"/>
          </ac:spMkLst>
        </pc:spChg>
        <pc:spChg chg="add del">
          <ac:chgData name="ajay poreddy" userId="a76d0cce41846b4c" providerId="LiveId" clId="{11ED0A1D-6224-47A1-A6C6-0C08927262B0}" dt="2024-02-27T04:56:36.332" v="154" actId="26606"/>
          <ac:spMkLst>
            <pc:docMk/>
            <pc:sldMk cId="1142095617" sldId="257"/>
            <ac:spMk id="93" creationId="{257363FD-7E77-4145-9483-331A807ADF0E}"/>
          </ac:spMkLst>
        </pc:spChg>
        <pc:spChg chg="add del">
          <ac:chgData name="ajay poreddy" userId="a76d0cce41846b4c" providerId="LiveId" clId="{11ED0A1D-6224-47A1-A6C6-0C08927262B0}" dt="2024-02-27T04:56:38.224" v="156" actId="26606"/>
          <ac:spMkLst>
            <pc:docMk/>
            <pc:sldMk cId="1142095617" sldId="257"/>
            <ac:spMk id="95" creationId="{51935DB0-36D0-5C2E-7342-262D35382F26}"/>
          </ac:spMkLst>
        </pc:spChg>
        <pc:spChg chg="add del">
          <ac:chgData name="ajay poreddy" userId="a76d0cce41846b4c" providerId="LiveId" clId="{11ED0A1D-6224-47A1-A6C6-0C08927262B0}" dt="2024-02-27T04:56:38.224" v="156" actId="26606"/>
          <ac:spMkLst>
            <pc:docMk/>
            <pc:sldMk cId="1142095617" sldId="257"/>
            <ac:spMk id="96" creationId="{53D31893-BB06-4F90-7CCA-0A7A2694FA80}"/>
          </ac:spMkLst>
        </pc:spChg>
        <pc:spChg chg="add del">
          <ac:chgData name="ajay poreddy" userId="a76d0cce41846b4c" providerId="LiveId" clId="{11ED0A1D-6224-47A1-A6C6-0C08927262B0}" dt="2024-02-27T04:56:38.224" v="156" actId="26606"/>
          <ac:spMkLst>
            <pc:docMk/>
            <pc:sldMk cId="1142095617" sldId="257"/>
            <ac:spMk id="97" creationId="{3F8ABF93-7FE7-6D3B-6AD7-C3921745C20D}"/>
          </ac:spMkLst>
        </pc:spChg>
        <pc:spChg chg="add del">
          <ac:chgData name="ajay poreddy" userId="a76d0cce41846b4c" providerId="LiveId" clId="{11ED0A1D-6224-47A1-A6C6-0C08927262B0}" dt="2024-02-27T04:56:38.224" v="156" actId="26606"/>
          <ac:spMkLst>
            <pc:docMk/>
            <pc:sldMk cId="1142095617" sldId="257"/>
            <ac:spMk id="98" creationId="{D3C4FB21-0C2C-3F62-3EC5-DD378DBD37B2}"/>
          </ac:spMkLst>
        </pc:spChg>
        <pc:spChg chg="add del">
          <ac:chgData name="ajay poreddy" userId="a76d0cce41846b4c" providerId="LiveId" clId="{11ED0A1D-6224-47A1-A6C6-0C08927262B0}" dt="2024-02-27T04:56:46.533" v="158" actId="26606"/>
          <ac:spMkLst>
            <pc:docMk/>
            <pc:sldMk cId="1142095617" sldId="257"/>
            <ac:spMk id="100" creationId="{03AF1C04-3FEF-41BD-BB84-2F263765BEBC}"/>
          </ac:spMkLst>
        </pc:spChg>
        <pc:spChg chg="add del">
          <ac:chgData name="ajay poreddy" userId="a76d0cce41846b4c" providerId="LiveId" clId="{11ED0A1D-6224-47A1-A6C6-0C08927262B0}" dt="2024-02-27T04:57:00.506" v="162" actId="26606"/>
          <ac:spMkLst>
            <pc:docMk/>
            <pc:sldMk cId="1142095617" sldId="257"/>
            <ac:spMk id="118" creationId="{FE29D509-65D8-0297-0BE0-870D888D4A2F}"/>
          </ac:spMkLst>
        </pc:spChg>
        <pc:spChg chg="add del">
          <ac:chgData name="ajay poreddy" userId="a76d0cce41846b4c" providerId="LiveId" clId="{11ED0A1D-6224-47A1-A6C6-0C08927262B0}" dt="2024-02-27T04:57:01.588" v="164" actId="26606"/>
          <ac:spMkLst>
            <pc:docMk/>
            <pc:sldMk cId="1142095617" sldId="257"/>
            <ac:spMk id="121" creationId="{BACC6370-2D7E-4714-9D71-7542949D7D5D}"/>
          </ac:spMkLst>
        </pc:spChg>
        <pc:spChg chg="add del">
          <ac:chgData name="ajay poreddy" userId="a76d0cce41846b4c" providerId="LiveId" clId="{11ED0A1D-6224-47A1-A6C6-0C08927262B0}" dt="2024-02-27T04:57:01.588" v="164" actId="26606"/>
          <ac:spMkLst>
            <pc:docMk/>
            <pc:sldMk cId="1142095617" sldId="257"/>
            <ac:spMk id="122" creationId="{F68B3F68-107C-434F-AA38-110D5EA91B85}"/>
          </ac:spMkLst>
        </pc:spChg>
        <pc:spChg chg="add del">
          <ac:chgData name="ajay poreddy" userId="a76d0cce41846b4c" providerId="LiveId" clId="{11ED0A1D-6224-47A1-A6C6-0C08927262B0}" dt="2024-02-27T04:57:01.588" v="164" actId="26606"/>
          <ac:spMkLst>
            <pc:docMk/>
            <pc:sldMk cId="1142095617" sldId="257"/>
            <ac:spMk id="123" creationId="{AAD0DBB9-1A4B-4391-81D4-CB19F9AB918A}"/>
          </ac:spMkLst>
        </pc:spChg>
        <pc:spChg chg="add del">
          <ac:chgData name="ajay poreddy" userId="a76d0cce41846b4c" providerId="LiveId" clId="{11ED0A1D-6224-47A1-A6C6-0C08927262B0}" dt="2024-02-27T04:57:01.588" v="164" actId="26606"/>
          <ac:spMkLst>
            <pc:docMk/>
            <pc:sldMk cId="1142095617" sldId="257"/>
            <ac:spMk id="124" creationId="{063BBA22-50EA-4C4D-BE05-F1CE4E63AA56}"/>
          </ac:spMkLst>
        </pc:spChg>
        <pc:spChg chg="add del">
          <ac:chgData name="ajay poreddy" userId="a76d0cce41846b4c" providerId="LiveId" clId="{11ED0A1D-6224-47A1-A6C6-0C08927262B0}" dt="2024-02-27T04:57:02.373" v="166" actId="26606"/>
          <ac:spMkLst>
            <pc:docMk/>
            <pc:sldMk cId="1142095617" sldId="257"/>
            <ac:spMk id="126" creationId="{345A976A-8DE3-4B67-B94B-2044FDD12899}"/>
          </ac:spMkLst>
        </pc:spChg>
        <pc:spChg chg="add del">
          <ac:chgData name="ajay poreddy" userId="a76d0cce41846b4c" providerId="LiveId" clId="{11ED0A1D-6224-47A1-A6C6-0C08927262B0}" dt="2024-02-27T04:57:02.373" v="166" actId="26606"/>
          <ac:spMkLst>
            <pc:docMk/>
            <pc:sldMk cId="1142095617" sldId="257"/>
            <ac:spMk id="127" creationId="{6EAAA1B9-2DDB-49C9-A037-A523D2F13C15}"/>
          </ac:spMkLst>
        </pc:spChg>
        <pc:spChg chg="add del">
          <ac:chgData name="ajay poreddy" userId="a76d0cce41846b4c" providerId="LiveId" clId="{11ED0A1D-6224-47A1-A6C6-0C08927262B0}" dt="2024-02-27T04:57:05.159" v="168" actId="26606"/>
          <ac:spMkLst>
            <pc:docMk/>
            <pc:sldMk cId="1142095617" sldId="257"/>
            <ac:spMk id="135" creationId="{E5F17139-31EE-46AC-B04F-DBBD852DD6CB}"/>
          </ac:spMkLst>
        </pc:spChg>
        <pc:spChg chg="add del">
          <ac:chgData name="ajay poreddy" userId="a76d0cce41846b4c" providerId="LiveId" clId="{11ED0A1D-6224-47A1-A6C6-0C08927262B0}" dt="2024-02-27T04:57:05.159" v="168" actId="26606"/>
          <ac:spMkLst>
            <pc:docMk/>
            <pc:sldMk cId="1142095617" sldId="257"/>
            <ac:spMk id="136" creationId="{49E0A0BC-3EE4-4453-9522-08FF2DE30DFB}"/>
          </ac:spMkLst>
        </pc:spChg>
        <pc:spChg chg="add del">
          <ac:chgData name="ajay poreddy" userId="a76d0cce41846b4c" providerId="LiveId" clId="{11ED0A1D-6224-47A1-A6C6-0C08927262B0}" dt="2024-02-27T04:57:05.159" v="168" actId="26606"/>
          <ac:spMkLst>
            <pc:docMk/>
            <pc:sldMk cId="1142095617" sldId="257"/>
            <ac:spMk id="137" creationId="{9FBE36BD-9903-4FB5-BBE7-1023D7F73E70}"/>
          </ac:spMkLst>
        </pc:spChg>
        <pc:spChg chg="add del">
          <ac:chgData name="ajay poreddy" userId="a76d0cce41846b4c" providerId="LiveId" clId="{11ED0A1D-6224-47A1-A6C6-0C08927262B0}" dt="2024-02-27T04:57:06.603" v="170" actId="26606"/>
          <ac:spMkLst>
            <pc:docMk/>
            <pc:sldMk cId="1142095617" sldId="257"/>
            <ac:spMk id="143" creationId="{B50AB553-2A96-4A92-96F2-93548E096954}"/>
          </ac:spMkLst>
        </pc:spChg>
        <pc:spChg chg="add del">
          <ac:chgData name="ajay poreddy" userId="a76d0cce41846b4c" providerId="LiveId" clId="{11ED0A1D-6224-47A1-A6C6-0C08927262B0}" dt="2024-02-27T04:57:08.188" v="172" actId="26606"/>
          <ac:spMkLst>
            <pc:docMk/>
            <pc:sldMk cId="1142095617" sldId="257"/>
            <ac:spMk id="145" creationId="{5C8908E2-EE49-44D2-9428-A28D2312A8D5}"/>
          </ac:spMkLst>
        </pc:spChg>
        <pc:spChg chg="add del">
          <ac:chgData name="ajay poreddy" userId="a76d0cce41846b4c" providerId="LiveId" clId="{11ED0A1D-6224-47A1-A6C6-0C08927262B0}" dt="2024-02-27T04:57:08.188" v="172" actId="26606"/>
          <ac:spMkLst>
            <pc:docMk/>
            <pc:sldMk cId="1142095617" sldId="257"/>
            <ac:spMk id="149" creationId="{7449A6C7-D15F-4AA5-BFA5-71A404B47016}"/>
          </ac:spMkLst>
        </pc:spChg>
        <pc:spChg chg="add del">
          <ac:chgData name="ajay poreddy" userId="a76d0cce41846b4c" providerId="LiveId" clId="{11ED0A1D-6224-47A1-A6C6-0C08927262B0}" dt="2024-02-27T04:57:08.188" v="172" actId="26606"/>
          <ac:spMkLst>
            <pc:docMk/>
            <pc:sldMk cId="1142095617" sldId="257"/>
            <ac:spMk id="150" creationId="{ED888B23-07FA-482A-96DF-47E31AF1A603}"/>
          </ac:spMkLst>
        </pc:spChg>
        <pc:spChg chg="add del">
          <ac:chgData name="ajay poreddy" userId="a76d0cce41846b4c" providerId="LiveId" clId="{11ED0A1D-6224-47A1-A6C6-0C08927262B0}" dt="2024-02-27T04:57:10.494" v="174" actId="26606"/>
          <ac:spMkLst>
            <pc:docMk/>
            <pc:sldMk cId="1142095617" sldId="257"/>
            <ac:spMk id="153" creationId="{B50AB553-2A96-4A92-96F2-93548E096954}"/>
          </ac:spMkLst>
        </pc:spChg>
        <pc:spChg chg="add del">
          <ac:chgData name="ajay poreddy" userId="a76d0cce41846b4c" providerId="LiveId" clId="{11ED0A1D-6224-47A1-A6C6-0C08927262B0}" dt="2024-02-27T04:57:19.316" v="176" actId="26606"/>
          <ac:spMkLst>
            <pc:docMk/>
            <pc:sldMk cId="1142095617" sldId="257"/>
            <ac:spMk id="155" creationId="{0DEDCC5D-8B8A-40DB-BE90-A3AA27C64A78}"/>
          </ac:spMkLst>
        </pc:spChg>
        <pc:spChg chg="add del">
          <ac:chgData name="ajay poreddy" userId="a76d0cce41846b4c" providerId="LiveId" clId="{11ED0A1D-6224-47A1-A6C6-0C08927262B0}" dt="2024-02-27T04:57:19.316" v="176" actId="26606"/>
          <ac:spMkLst>
            <pc:docMk/>
            <pc:sldMk cId="1142095617" sldId="257"/>
            <ac:spMk id="159" creationId="{CBC4F608-B4B8-48C3-9572-C0F061B1CD99}"/>
          </ac:spMkLst>
        </pc:spChg>
        <pc:spChg chg="add del">
          <ac:chgData name="ajay poreddy" userId="a76d0cce41846b4c" providerId="LiveId" clId="{11ED0A1D-6224-47A1-A6C6-0C08927262B0}" dt="2024-02-27T04:57:20.196" v="178" actId="26606"/>
          <ac:spMkLst>
            <pc:docMk/>
            <pc:sldMk cId="1142095617" sldId="257"/>
            <ac:spMk id="161" creationId="{DCC231C8-C761-4B31-9B1C-C6D19248C6B3}"/>
          </ac:spMkLst>
        </pc:spChg>
        <pc:spChg chg="add del">
          <ac:chgData name="ajay poreddy" userId="a76d0cce41846b4c" providerId="LiveId" clId="{11ED0A1D-6224-47A1-A6C6-0C08927262B0}" dt="2024-02-27T04:57:32.491" v="180" actId="26606"/>
          <ac:spMkLst>
            <pc:docMk/>
            <pc:sldMk cId="1142095617" sldId="257"/>
            <ac:spMk id="163" creationId="{0DEDCC5D-8B8A-40DB-BE90-A3AA27C64A78}"/>
          </ac:spMkLst>
        </pc:spChg>
        <pc:spChg chg="add del">
          <ac:chgData name="ajay poreddy" userId="a76d0cce41846b4c" providerId="LiveId" clId="{11ED0A1D-6224-47A1-A6C6-0C08927262B0}" dt="2024-02-27T04:57:32.491" v="180" actId="26606"/>
          <ac:spMkLst>
            <pc:docMk/>
            <pc:sldMk cId="1142095617" sldId="257"/>
            <ac:spMk id="167" creationId="{CBC4F608-B4B8-48C3-9572-C0F061B1CD99}"/>
          </ac:spMkLst>
        </pc:spChg>
        <pc:spChg chg="add del">
          <ac:chgData name="ajay poreddy" userId="a76d0cce41846b4c" providerId="LiveId" clId="{11ED0A1D-6224-47A1-A6C6-0C08927262B0}" dt="2024-02-27T04:57:36.509" v="182" actId="26606"/>
          <ac:spMkLst>
            <pc:docMk/>
            <pc:sldMk cId="1142095617" sldId="257"/>
            <ac:spMk id="170" creationId="{B50AB553-2A96-4A92-96F2-93548E096954}"/>
          </ac:spMkLst>
        </pc:spChg>
        <pc:spChg chg="add del">
          <ac:chgData name="ajay poreddy" userId="a76d0cce41846b4c" providerId="LiveId" clId="{11ED0A1D-6224-47A1-A6C6-0C08927262B0}" dt="2024-02-27T04:58:16.670" v="192" actId="26606"/>
          <ac:spMkLst>
            <pc:docMk/>
            <pc:sldMk cId="1142095617" sldId="257"/>
            <ac:spMk id="172" creationId="{0DEDCC5D-8B8A-40DB-BE90-A3AA27C64A78}"/>
          </ac:spMkLst>
        </pc:spChg>
        <pc:spChg chg="add del">
          <ac:chgData name="ajay poreddy" userId="a76d0cce41846b4c" providerId="LiveId" clId="{11ED0A1D-6224-47A1-A6C6-0C08927262B0}" dt="2024-02-27T04:58:16.670" v="192" actId="26606"/>
          <ac:spMkLst>
            <pc:docMk/>
            <pc:sldMk cId="1142095617" sldId="257"/>
            <ac:spMk id="176" creationId="{CBC4F608-B4B8-48C3-9572-C0F061B1CD99}"/>
          </ac:spMkLst>
        </pc:spChg>
        <pc:spChg chg="add del">
          <ac:chgData name="ajay poreddy" userId="a76d0cce41846b4c" providerId="LiveId" clId="{11ED0A1D-6224-47A1-A6C6-0C08927262B0}" dt="2024-02-27T04:58:01.950" v="185" actId="26606"/>
          <ac:spMkLst>
            <pc:docMk/>
            <pc:sldMk cId="1142095617" sldId="257"/>
            <ac:spMk id="181" creationId="{56E9B3E6-E277-4D68-BA48-9CB43FFBD6E2}"/>
          </ac:spMkLst>
        </pc:spChg>
        <pc:spChg chg="add del">
          <ac:chgData name="ajay poreddy" userId="a76d0cce41846b4c" providerId="LiveId" clId="{11ED0A1D-6224-47A1-A6C6-0C08927262B0}" dt="2024-02-27T04:58:01.950" v="185" actId="26606"/>
          <ac:spMkLst>
            <pc:docMk/>
            <pc:sldMk cId="1142095617" sldId="257"/>
            <ac:spMk id="188" creationId="{D5B0017B-2ECA-49AF-B397-DC140825DF8D}"/>
          </ac:spMkLst>
        </pc:spChg>
        <pc:spChg chg="add del">
          <ac:chgData name="ajay poreddy" userId="a76d0cce41846b4c" providerId="LiveId" clId="{11ED0A1D-6224-47A1-A6C6-0C08927262B0}" dt="2024-02-27T04:58:05.168" v="187" actId="26606"/>
          <ac:spMkLst>
            <pc:docMk/>
            <pc:sldMk cId="1142095617" sldId="257"/>
            <ac:spMk id="192" creationId="{2659FDB4-FCBE-4A89-B46D-43D4FA54464D}"/>
          </ac:spMkLst>
        </pc:spChg>
        <pc:spChg chg="add del">
          <ac:chgData name="ajay poreddy" userId="a76d0cce41846b4c" providerId="LiveId" clId="{11ED0A1D-6224-47A1-A6C6-0C08927262B0}" dt="2024-02-27T04:58:07.012" v="189" actId="26606"/>
          <ac:spMkLst>
            <pc:docMk/>
            <pc:sldMk cId="1142095617" sldId="257"/>
            <ac:spMk id="195" creationId="{0DEDCC5D-8B8A-40DB-BE90-A3AA27C64A78}"/>
          </ac:spMkLst>
        </pc:spChg>
        <pc:spChg chg="add del">
          <ac:chgData name="ajay poreddy" userId="a76d0cce41846b4c" providerId="LiveId" clId="{11ED0A1D-6224-47A1-A6C6-0C08927262B0}" dt="2024-02-27T04:58:07.012" v="189" actId="26606"/>
          <ac:spMkLst>
            <pc:docMk/>
            <pc:sldMk cId="1142095617" sldId="257"/>
            <ac:spMk id="199" creationId="{CBC4F608-B4B8-48C3-9572-C0F061B1CD99}"/>
          </ac:spMkLst>
        </pc:spChg>
        <pc:spChg chg="add del">
          <ac:chgData name="ajay poreddy" userId="a76d0cce41846b4c" providerId="LiveId" clId="{11ED0A1D-6224-47A1-A6C6-0C08927262B0}" dt="2024-02-27T04:58:16.634" v="191" actId="26606"/>
          <ac:spMkLst>
            <pc:docMk/>
            <pc:sldMk cId="1142095617" sldId="257"/>
            <ac:spMk id="201" creationId="{0DEDCC5D-8B8A-40DB-BE90-A3AA27C64A78}"/>
          </ac:spMkLst>
        </pc:spChg>
        <pc:spChg chg="add del">
          <ac:chgData name="ajay poreddy" userId="a76d0cce41846b4c" providerId="LiveId" clId="{11ED0A1D-6224-47A1-A6C6-0C08927262B0}" dt="2024-02-27T04:58:16.634" v="191" actId="26606"/>
          <ac:spMkLst>
            <pc:docMk/>
            <pc:sldMk cId="1142095617" sldId="257"/>
            <ac:spMk id="205" creationId="{CBC4F608-B4B8-48C3-9572-C0F061B1CD99}"/>
          </ac:spMkLst>
        </pc:spChg>
        <pc:spChg chg="add del">
          <ac:chgData name="ajay poreddy" userId="a76d0cce41846b4c" providerId="LiveId" clId="{11ED0A1D-6224-47A1-A6C6-0C08927262B0}" dt="2024-02-27T04:58:48.520" v="201" actId="26606"/>
          <ac:spMkLst>
            <pc:docMk/>
            <pc:sldMk cId="1142095617" sldId="257"/>
            <ac:spMk id="207" creationId="{1A9F7B4E-B03D-4F64-BE33-00D074458D45}"/>
          </ac:spMkLst>
        </pc:spChg>
        <pc:spChg chg="add del">
          <ac:chgData name="ajay poreddy" userId="a76d0cce41846b4c" providerId="LiveId" clId="{11ED0A1D-6224-47A1-A6C6-0C08927262B0}" dt="2024-02-27T04:58:48.520" v="201" actId="26606"/>
          <ac:spMkLst>
            <pc:docMk/>
            <pc:sldMk cId="1142095617" sldId="257"/>
            <ac:spMk id="208" creationId="{7E2BE7F7-CA89-4002-ACCE-A478AEA24F5E}"/>
          </ac:spMkLst>
        </pc:spChg>
        <pc:spChg chg="add del">
          <ac:chgData name="ajay poreddy" userId="a76d0cce41846b4c" providerId="LiveId" clId="{11ED0A1D-6224-47A1-A6C6-0C08927262B0}" dt="2024-02-27T04:58:36.658" v="194" actId="26606"/>
          <ac:spMkLst>
            <pc:docMk/>
            <pc:sldMk cId="1142095617" sldId="257"/>
            <ac:spMk id="213" creationId="{56E9B3E6-E277-4D68-BA48-9CB43FFBD6E2}"/>
          </ac:spMkLst>
        </pc:spChg>
        <pc:spChg chg="add del">
          <ac:chgData name="ajay poreddy" userId="a76d0cce41846b4c" providerId="LiveId" clId="{11ED0A1D-6224-47A1-A6C6-0C08927262B0}" dt="2024-02-27T04:58:44.227" v="198" actId="26606"/>
          <ac:spMkLst>
            <pc:docMk/>
            <pc:sldMk cId="1142095617" sldId="257"/>
            <ac:spMk id="219" creationId="{E659831F-0D9A-4C63-9EBB-8435B85A440F}"/>
          </ac:spMkLst>
        </pc:spChg>
        <pc:spChg chg="add del">
          <ac:chgData name="ajay poreddy" userId="a76d0cce41846b4c" providerId="LiveId" clId="{11ED0A1D-6224-47A1-A6C6-0C08927262B0}" dt="2024-02-27T04:58:36.658" v="194" actId="26606"/>
          <ac:spMkLst>
            <pc:docMk/>
            <pc:sldMk cId="1142095617" sldId="257"/>
            <ac:spMk id="220" creationId="{D5B0017B-2ECA-49AF-B397-DC140825DF8D}"/>
          </ac:spMkLst>
        </pc:spChg>
        <pc:spChg chg="add del">
          <ac:chgData name="ajay poreddy" userId="a76d0cce41846b4c" providerId="LiveId" clId="{11ED0A1D-6224-47A1-A6C6-0C08927262B0}" dt="2024-02-27T04:58:39.970" v="196" actId="26606"/>
          <ac:spMkLst>
            <pc:docMk/>
            <pc:sldMk cId="1142095617" sldId="257"/>
            <ac:spMk id="230" creationId="{A3EFF7B1-6CB7-47D1-AD37-B870CA2B2151}"/>
          </ac:spMkLst>
        </pc:spChg>
        <pc:spChg chg="add del">
          <ac:chgData name="ajay poreddy" userId="a76d0cce41846b4c" providerId="LiveId" clId="{11ED0A1D-6224-47A1-A6C6-0C08927262B0}" dt="2024-02-27T04:58:39.970" v="196" actId="26606"/>
          <ac:spMkLst>
            <pc:docMk/>
            <pc:sldMk cId="1142095617" sldId="257"/>
            <ac:spMk id="231" creationId="{A00D2CE1-35C1-46E6-BD59-CEE668BD90F4}"/>
          </ac:spMkLst>
        </pc:spChg>
        <pc:spChg chg="add del">
          <ac:chgData name="ajay poreddy" userId="a76d0cce41846b4c" providerId="LiveId" clId="{11ED0A1D-6224-47A1-A6C6-0C08927262B0}" dt="2024-02-27T04:58:39.970" v="196" actId="26606"/>
          <ac:spMkLst>
            <pc:docMk/>
            <pc:sldMk cId="1142095617" sldId="257"/>
            <ac:spMk id="232" creationId="{7FA2962B-21B6-4689-A95D-A8FF6ADE47F1}"/>
          </ac:spMkLst>
        </pc:spChg>
        <pc:spChg chg="add del">
          <ac:chgData name="ajay poreddy" userId="a76d0cce41846b4c" providerId="LiveId" clId="{11ED0A1D-6224-47A1-A6C6-0C08927262B0}" dt="2024-02-27T04:58:39.970" v="196" actId="26606"/>
          <ac:spMkLst>
            <pc:docMk/>
            <pc:sldMk cId="1142095617" sldId="257"/>
            <ac:spMk id="239" creationId="{E18403B7-F2C7-4C07-8522-21C31910902C}"/>
          </ac:spMkLst>
        </pc:spChg>
        <pc:spChg chg="add del">
          <ac:chgData name="ajay poreddy" userId="a76d0cce41846b4c" providerId="LiveId" clId="{11ED0A1D-6224-47A1-A6C6-0C08927262B0}" dt="2024-02-27T04:58:44.227" v="198" actId="26606"/>
          <ac:spMkLst>
            <pc:docMk/>
            <pc:sldMk cId="1142095617" sldId="257"/>
            <ac:spMk id="248" creationId="{9D8233B0-41B5-4D9A-AEEC-13DB66A8C9B5}"/>
          </ac:spMkLst>
        </pc:spChg>
        <pc:spChg chg="add del">
          <ac:chgData name="ajay poreddy" userId="a76d0cce41846b4c" providerId="LiveId" clId="{11ED0A1D-6224-47A1-A6C6-0C08927262B0}" dt="2024-02-27T04:58:48.498" v="200" actId="26606"/>
          <ac:spMkLst>
            <pc:docMk/>
            <pc:sldMk cId="1142095617" sldId="257"/>
            <ac:spMk id="251" creationId="{6C4028FD-8BAA-4A19-BFDE-594D991B7552}"/>
          </ac:spMkLst>
        </pc:spChg>
        <pc:spChg chg="add del">
          <ac:chgData name="ajay poreddy" userId="a76d0cce41846b4c" providerId="LiveId" clId="{11ED0A1D-6224-47A1-A6C6-0C08927262B0}" dt="2024-02-27T04:58:54.679" v="202" actId="26606"/>
          <ac:spMkLst>
            <pc:docMk/>
            <pc:sldMk cId="1142095617" sldId="257"/>
            <ac:spMk id="253" creationId="{955A2079-FA98-4876-80F0-72364A7D2EA4}"/>
          </ac:spMkLst>
        </pc:spChg>
        <pc:spChg chg="add">
          <ac:chgData name="ajay poreddy" userId="a76d0cce41846b4c" providerId="LiveId" clId="{11ED0A1D-6224-47A1-A6C6-0C08927262B0}" dt="2024-02-27T04:58:54.679" v="202" actId="26606"/>
          <ac:spMkLst>
            <pc:docMk/>
            <pc:sldMk cId="1142095617" sldId="257"/>
            <ac:spMk id="259" creationId="{B50AB553-2A96-4A92-96F2-93548E096954}"/>
          </ac:spMkLst>
        </pc:spChg>
        <pc:grpChg chg="add del">
          <ac:chgData name="ajay poreddy" userId="a76d0cce41846b4c" providerId="LiveId" clId="{11ED0A1D-6224-47A1-A6C6-0C08927262B0}" dt="2024-02-27T04:10:58.398" v="48" actId="26606"/>
          <ac:grpSpMkLst>
            <pc:docMk/>
            <pc:sldMk cId="1142095617" sldId="257"/>
            <ac:grpSpMk id="28" creationId="{05314994-6337-4875-8CF5-652CAFE8342C}"/>
          </ac:grpSpMkLst>
        </pc:grpChg>
        <pc:grpChg chg="add del">
          <ac:chgData name="ajay poreddy" userId="a76d0cce41846b4c" providerId="LiveId" clId="{11ED0A1D-6224-47A1-A6C6-0C08927262B0}" dt="2024-02-27T04:11:06.024" v="50" actId="26606"/>
          <ac:grpSpMkLst>
            <pc:docMk/>
            <pc:sldMk cId="1142095617" sldId="257"/>
            <ac:grpSpMk id="33" creationId="{7A9648D6-B41B-42D0-A817-AE2607B0B5B8}"/>
          </ac:grpSpMkLst>
        </pc:grpChg>
        <pc:grpChg chg="add del">
          <ac:chgData name="ajay poreddy" userId="a76d0cce41846b4c" providerId="LiveId" clId="{11ED0A1D-6224-47A1-A6C6-0C08927262B0}" dt="2024-02-27T04:11:30.432" v="52" actId="26606"/>
          <ac:grpSpMkLst>
            <pc:docMk/>
            <pc:sldMk cId="1142095617" sldId="257"/>
            <ac:grpSpMk id="40" creationId="{28FAF094-D087-493F-8DF9-A486C2D6BBAA}"/>
          </ac:grpSpMkLst>
        </pc:grpChg>
        <pc:grpChg chg="add del">
          <ac:chgData name="ajay poreddy" userId="a76d0cce41846b4c" providerId="LiveId" clId="{11ED0A1D-6224-47A1-A6C6-0C08927262B0}" dt="2024-02-27T04:57:36.542" v="183" actId="26606"/>
          <ac:grpSpMkLst>
            <pc:docMk/>
            <pc:sldMk cId="1142095617" sldId="257"/>
            <ac:grpSpMk id="45" creationId="{7A9648D6-B41B-42D0-A817-AE2607B0B5B8}"/>
          </ac:grpSpMkLst>
        </pc:grpChg>
        <pc:grpChg chg="add del">
          <ac:chgData name="ajay poreddy" userId="a76d0cce41846b4c" providerId="LiveId" clId="{11ED0A1D-6224-47A1-A6C6-0C08927262B0}" dt="2024-02-27T04:39:10.908" v="55" actId="26606"/>
          <ac:grpSpMkLst>
            <pc:docMk/>
            <pc:sldMk cId="1142095617" sldId="257"/>
            <ac:grpSpMk id="56" creationId="{AE1C45F0-260A-458C-96ED-C1F6D2151219}"/>
          </ac:grpSpMkLst>
        </pc:grpChg>
        <pc:grpChg chg="add del">
          <ac:chgData name="ajay poreddy" userId="a76d0cce41846b4c" providerId="LiveId" clId="{11ED0A1D-6224-47A1-A6C6-0C08927262B0}" dt="2024-02-27T04:56:18.439" v="144" actId="26606"/>
          <ac:grpSpMkLst>
            <pc:docMk/>
            <pc:sldMk cId="1142095617" sldId="257"/>
            <ac:grpSpMk id="66" creationId="{28BE0C02-CBCA-69B2-5D32-1D724544D123}"/>
          </ac:grpSpMkLst>
        </pc:grpChg>
        <pc:grpChg chg="add del">
          <ac:chgData name="ajay poreddy" userId="a76d0cce41846b4c" providerId="LiveId" clId="{11ED0A1D-6224-47A1-A6C6-0C08927262B0}" dt="2024-02-27T04:56:24.688" v="148" actId="26606"/>
          <ac:grpSpMkLst>
            <pc:docMk/>
            <pc:sldMk cId="1142095617" sldId="257"/>
            <ac:grpSpMk id="75" creationId="{AC27E70C-5470-4262-B9CE-AE52C51CF4C1}"/>
          </ac:grpSpMkLst>
        </pc:grpChg>
        <pc:grpChg chg="add del">
          <ac:chgData name="ajay poreddy" userId="a76d0cce41846b4c" providerId="LiveId" clId="{11ED0A1D-6224-47A1-A6C6-0C08927262B0}" dt="2024-02-27T04:56:24.688" v="148" actId="26606"/>
          <ac:grpSpMkLst>
            <pc:docMk/>
            <pc:sldMk cId="1142095617" sldId="257"/>
            <ac:grpSpMk id="77" creationId="{E27AF472-EAE3-4572-AB69-B92BD10DBC6D}"/>
          </ac:grpSpMkLst>
        </pc:grpChg>
        <pc:grpChg chg="add del">
          <ac:chgData name="ajay poreddy" userId="a76d0cce41846b4c" providerId="LiveId" clId="{11ED0A1D-6224-47A1-A6C6-0C08927262B0}" dt="2024-02-27T04:56:46.533" v="158" actId="26606"/>
          <ac:grpSpMkLst>
            <pc:docMk/>
            <pc:sldMk cId="1142095617" sldId="257"/>
            <ac:grpSpMk id="101" creationId="{2DD5E267-EB6F-47DF-ABEF-2C1BED44DAC6}"/>
          </ac:grpSpMkLst>
        </pc:grpChg>
        <pc:grpChg chg="add del">
          <ac:chgData name="ajay poreddy" userId="a76d0cce41846b4c" providerId="LiveId" clId="{11ED0A1D-6224-47A1-A6C6-0C08927262B0}" dt="2024-02-27T04:56:46.533" v="158" actId="26606"/>
          <ac:grpSpMkLst>
            <pc:docMk/>
            <pc:sldMk cId="1142095617" sldId="257"/>
            <ac:grpSpMk id="104" creationId="{66828D02-A05D-412B-9F20-B68E970B9FC2}"/>
          </ac:grpSpMkLst>
        </pc:grpChg>
        <pc:grpChg chg="add del">
          <ac:chgData name="ajay poreddy" userId="a76d0cce41846b4c" providerId="LiveId" clId="{11ED0A1D-6224-47A1-A6C6-0C08927262B0}" dt="2024-02-27T04:56:46.533" v="158" actId="26606"/>
          <ac:grpSpMkLst>
            <pc:docMk/>
            <pc:sldMk cId="1142095617" sldId="257"/>
            <ac:grpSpMk id="107" creationId="{E27AF472-EAE3-4572-AB69-B92BD10DBC6D}"/>
          </ac:grpSpMkLst>
        </pc:grpChg>
        <pc:grpChg chg="add del">
          <ac:chgData name="ajay poreddy" userId="a76d0cce41846b4c" providerId="LiveId" clId="{11ED0A1D-6224-47A1-A6C6-0C08927262B0}" dt="2024-02-27T04:56:52.451" v="160" actId="26606"/>
          <ac:grpSpMkLst>
            <pc:docMk/>
            <pc:sldMk cId="1142095617" sldId="257"/>
            <ac:grpSpMk id="112" creationId="{A182C109-9E4C-3C96-8794-9411573CBDAF}"/>
          </ac:grpSpMkLst>
        </pc:grpChg>
        <pc:grpChg chg="add del">
          <ac:chgData name="ajay poreddy" userId="a76d0cce41846b4c" providerId="LiveId" clId="{11ED0A1D-6224-47A1-A6C6-0C08927262B0}" dt="2024-02-27T04:57:02.373" v="166" actId="26606"/>
          <ac:grpSpMkLst>
            <pc:docMk/>
            <pc:sldMk cId="1142095617" sldId="257"/>
            <ac:grpSpMk id="128" creationId="{B441F8D5-EBCE-4FB9-91A9-3425971C1F99}"/>
          </ac:grpSpMkLst>
        </pc:grpChg>
        <pc:grpChg chg="add del">
          <ac:chgData name="ajay poreddy" userId="a76d0cce41846b4c" providerId="LiveId" clId="{11ED0A1D-6224-47A1-A6C6-0C08927262B0}" dt="2024-02-27T04:57:02.373" v="166" actId="26606"/>
          <ac:grpSpMkLst>
            <pc:docMk/>
            <pc:sldMk cId="1142095617" sldId="257"/>
            <ac:grpSpMk id="132" creationId="{08701F99-7E4C-4B92-A4B5-307CDFB7A4DE}"/>
          </ac:grpSpMkLst>
        </pc:grpChg>
        <pc:grpChg chg="add del">
          <ac:chgData name="ajay poreddy" userId="a76d0cce41846b4c" providerId="LiveId" clId="{11ED0A1D-6224-47A1-A6C6-0C08927262B0}" dt="2024-02-27T04:57:05.159" v="168" actId="26606"/>
          <ac:grpSpMkLst>
            <pc:docMk/>
            <pc:sldMk cId="1142095617" sldId="257"/>
            <ac:grpSpMk id="138" creationId="{02F2FE29-ACE9-4B61-B5CF-CFA19F7500B6}"/>
          </ac:grpSpMkLst>
        </pc:grpChg>
        <pc:grpChg chg="add del">
          <ac:chgData name="ajay poreddy" userId="a76d0cce41846b4c" providerId="LiveId" clId="{11ED0A1D-6224-47A1-A6C6-0C08927262B0}" dt="2024-02-27T04:57:08.188" v="172" actId="26606"/>
          <ac:grpSpMkLst>
            <pc:docMk/>
            <pc:sldMk cId="1142095617" sldId="257"/>
            <ac:grpSpMk id="146" creationId="{05314994-6337-4875-8CF5-652CAFE8342C}"/>
          </ac:grpSpMkLst>
        </pc:grpChg>
        <pc:grpChg chg="add del">
          <ac:chgData name="ajay poreddy" userId="a76d0cce41846b4c" providerId="LiveId" clId="{11ED0A1D-6224-47A1-A6C6-0C08927262B0}" dt="2024-02-27T04:57:19.316" v="176" actId="26606"/>
          <ac:grpSpMkLst>
            <pc:docMk/>
            <pc:sldMk cId="1142095617" sldId="257"/>
            <ac:grpSpMk id="156" creationId="{65167ED7-6315-43AB-B1B6-C326D5FD8F84}"/>
          </ac:grpSpMkLst>
        </pc:grpChg>
        <pc:grpChg chg="add del">
          <ac:chgData name="ajay poreddy" userId="a76d0cce41846b4c" providerId="LiveId" clId="{11ED0A1D-6224-47A1-A6C6-0C08927262B0}" dt="2024-02-27T04:57:32.491" v="180" actId="26606"/>
          <ac:grpSpMkLst>
            <pc:docMk/>
            <pc:sldMk cId="1142095617" sldId="257"/>
            <ac:grpSpMk id="164" creationId="{65167ED7-6315-43AB-B1B6-C326D5FD8F84}"/>
          </ac:grpSpMkLst>
        </pc:grpChg>
        <pc:grpChg chg="add del">
          <ac:chgData name="ajay poreddy" userId="a76d0cce41846b4c" providerId="LiveId" clId="{11ED0A1D-6224-47A1-A6C6-0C08927262B0}" dt="2024-02-27T04:58:16.670" v="192" actId="26606"/>
          <ac:grpSpMkLst>
            <pc:docMk/>
            <pc:sldMk cId="1142095617" sldId="257"/>
            <ac:grpSpMk id="173" creationId="{65167ED7-6315-43AB-B1B6-C326D5FD8F84}"/>
          </ac:grpSpMkLst>
        </pc:grpChg>
        <pc:grpChg chg="add del">
          <ac:chgData name="ajay poreddy" userId="a76d0cce41846b4c" providerId="LiveId" clId="{11ED0A1D-6224-47A1-A6C6-0C08927262B0}" dt="2024-02-27T04:58:01.950" v="185" actId="26606"/>
          <ac:grpSpMkLst>
            <pc:docMk/>
            <pc:sldMk cId="1142095617" sldId="257"/>
            <ac:grpSpMk id="183" creationId="{AE1C45F0-260A-458C-96ED-C1F6D2151219}"/>
          </ac:grpSpMkLst>
        </pc:grpChg>
        <pc:grpChg chg="add del">
          <ac:chgData name="ajay poreddy" userId="a76d0cce41846b4c" providerId="LiveId" clId="{11ED0A1D-6224-47A1-A6C6-0C08927262B0}" dt="2024-02-27T04:58:07.012" v="189" actId="26606"/>
          <ac:grpSpMkLst>
            <pc:docMk/>
            <pc:sldMk cId="1142095617" sldId="257"/>
            <ac:grpSpMk id="196" creationId="{65167ED7-6315-43AB-B1B6-C326D5FD8F84}"/>
          </ac:grpSpMkLst>
        </pc:grpChg>
        <pc:grpChg chg="add del">
          <ac:chgData name="ajay poreddy" userId="a76d0cce41846b4c" providerId="LiveId" clId="{11ED0A1D-6224-47A1-A6C6-0C08927262B0}" dt="2024-02-27T04:58:16.634" v="191" actId="26606"/>
          <ac:grpSpMkLst>
            <pc:docMk/>
            <pc:sldMk cId="1142095617" sldId="257"/>
            <ac:grpSpMk id="202" creationId="{65167ED7-6315-43AB-B1B6-C326D5FD8F84}"/>
          </ac:grpSpMkLst>
        </pc:grpChg>
        <pc:grpChg chg="add del">
          <ac:chgData name="ajay poreddy" userId="a76d0cce41846b4c" providerId="LiveId" clId="{11ED0A1D-6224-47A1-A6C6-0C08927262B0}" dt="2024-02-27T04:58:36.658" v="194" actId="26606"/>
          <ac:grpSpMkLst>
            <pc:docMk/>
            <pc:sldMk cId="1142095617" sldId="257"/>
            <ac:grpSpMk id="215" creationId="{AE1C45F0-260A-458C-96ED-C1F6D2151219}"/>
          </ac:grpSpMkLst>
        </pc:grpChg>
        <pc:grpChg chg="add del">
          <ac:chgData name="ajay poreddy" userId="a76d0cce41846b4c" providerId="LiveId" clId="{11ED0A1D-6224-47A1-A6C6-0C08927262B0}" dt="2024-02-27T04:58:39.970" v="196" actId="26606"/>
          <ac:grpSpMkLst>
            <pc:docMk/>
            <pc:sldMk cId="1142095617" sldId="257"/>
            <ac:grpSpMk id="223" creationId="{80E95A5C-1E97-41C3-9DEC-245FF6DEBF1F}"/>
          </ac:grpSpMkLst>
        </pc:grpChg>
        <pc:grpChg chg="add del">
          <ac:chgData name="ajay poreddy" userId="a76d0cce41846b4c" providerId="LiveId" clId="{11ED0A1D-6224-47A1-A6C6-0C08927262B0}" dt="2024-02-27T04:58:39.970" v="196" actId="26606"/>
          <ac:grpSpMkLst>
            <pc:docMk/>
            <pc:sldMk cId="1142095617" sldId="257"/>
            <ac:grpSpMk id="233" creationId="{A58DCE86-9AE1-46D1-96D6-04B8B3EDF6FA}"/>
          </ac:grpSpMkLst>
        </pc:grpChg>
        <pc:grpChg chg="add del">
          <ac:chgData name="ajay poreddy" userId="a76d0cce41846b4c" providerId="LiveId" clId="{11ED0A1D-6224-47A1-A6C6-0C08927262B0}" dt="2024-02-27T04:58:39.970" v="196" actId="26606"/>
          <ac:grpSpMkLst>
            <pc:docMk/>
            <pc:sldMk cId="1142095617" sldId="257"/>
            <ac:grpSpMk id="238" creationId="{A745280D-ED36-41FE-8EB1-CE597C99CFE8}"/>
          </ac:grpSpMkLst>
        </pc:grpChg>
        <pc:grpChg chg="add del">
          <ac:chgData name="ajay poreddy" userId="a76d0cce41846b4c" providerId="LiveId" clId="{11ED0A1D-6224-47A1-A6C6-0C08927262B0}" dt="2024-02-27T04:58:39.970" v="196" actId="26606"/>
          <ac:grpSpMkLst>
            <pc:docMk/>
            <pc:sldMk cId="1142095617" sldId="257"/>
            <ac:grpSpMk id="241" creationId="{23B58CC6-A99E-43AF-A467-256F19287FB8}"/>
          </ac:grpSpMkLst>
        </pc:grpChg>
        <pc:grpChg chg="add del">
          <ac:chgData name="ajay poreddy" userId="a76d0cce41846b4c" providerId="LiveId" clId="{11ED0A1D-6224-47A1-A6C6-0C08927262B0}" dt="2024-02-27T04:58:44.227" v="198" actId="26606"/>
          <ac:grpSpMkLst>
            <pc:docMk/>
            <pc:sldMk cId="1142095617" sldId="257"/>
            <ac:grpSpMk id="249" creationId="{28FAF094-D087-493F-8DF9-A486C2D6BBAA}"/>
          </ac:grpSpMkLst>
        </pc:grpChg>
        <pc:graphicFrameChg chg="add del">
          <ac:chgData name="ajay poreddy" userId="a76d0cce41846b4c" providerId="LiveId" clId="{11ED0A1D-6224-47A1-A6C6-0C08927262B0}" dt="2024-02-27T04:09:21.376" v="37" actId="26606"/>
          <ac:graphicFrameMkLst>
            <pc:docMk/>
            <pc:sldMk cId="1142095617" sldId="257"/>
            <ac:graphicFrameMk id="5" creationId="{5322047A-861E-A6B8-402E-74A83C03A839}"/>
          </ac:graphicFrameMkLst>
        </pc:graphicFrameChg>
        <pc:graphicFrameChg chg="add del">
          <ac:chgData name="ajay poreddy" userId="a76d0cce41846b4c" providerId="LiveId" clId="{11ED0A1D-6224-47A1-A6C6-0C08927262B0}" dt="2024-02-27T04:09:29.937" v="39" actId="26606"/>
          <ac:graphicFrameMkLst>
            <pc:docMk/>
            <pc:sldMk cId="1142095617" sldId="257"/>
            <ac:graphicFrameMk id="12" creationId="{E72F9182-70A8-842E-28F5-5557A6C1B950}"/>
          </ac:graphicFrameMkLst>
        </pc:graphicFrameChg>
        <pc:graphicFrameChg chg="add del">
          <ac:chgData name="ajay poreddy" userId="a76d0cce41846b4c" providerId="LiveId" clId="{11ED0A1D-6224-47A1-A6C6-0C08927262B0}" dt="2024-02-27T04:09:32.398" v="41" actId="26606"/>
          <ac:graphicFrameMkLst>
            <pc:docMk/>
            <pc:sldMk cId="1142095617" sldId="257"/>
            <ac:graphicFrameMk id="14" creationId="{3CA3237C-9DD3-C0C6-3E13-5B7A60CA0488}"/>
          </ac:graphicFrameMkLst>
        </pc:graphicFrameChg>
        <pc:graphicFrameChg chg="add mod modGraphic">
          <ac:chgData name="ajay poreddy" userId="a76d0cce41846b4c" providerId="LiveId" clId="{11ED0A1D-6224-47A1-A6C6-0C08927262B0}" dt="2024-02-27T04:58:54.679" v="202" actId="26606"/>
          <ac:graphicFrameMkLst>
            <pc:docMk/>
            <pc:sldMk cId="1142095617" sldId="257"/>
            <ac:graphicFrameMk id="16" creationId="{DAD0EC42-DC77-D482-C9FF-A200BF4EF331}"/>
          </ac:graphicFrameMkLst>
        </pc:graphicFrameChg>
        <pc:picChg chg="add del">
          <ac:chgData name="ajay poreddy" userId="a76d0cce41846b4c" providerId="LiveId" clId="{11ED0A1D-6224-47A1-A6C6-0C08927262B0}" dt="2024-02-27T04:09:21.376" v="37" actId="26606"/>
          <ac:picMkLst>
            <pc:docMk/>
            <pc:sldMk cId="1142095617" sldId="257"/>
            <ac:picMk id="6" creationId="{47AA55B5-0DAB-2203-C1AE-0F68306314EF}"/>
          </ac:picMkLst>
        </pc:picChg>
        <pc:picChg chg="add del">
          <ac:chgData name="ajay poreddy" userId="a76d0cce41846b4c" providerId="LiveId" clId="{11ED0A1D-6224-47A1-A6C6-0C08927262B0}" dt="2024-02-27T04:10:42.543" v="46" actId="26606"/>
          <ac:picMkLst>
            <pc:docMk/>
            <pc:sldMk cId="1142095617" sldId="257"/>
            <ac:picMk id="18" creationId="{788D32A9-EAD1-A10C-CA8C-142B2044B424}"/>
          </ac:picMkLst>
        </pc:picChg>
        <pc:picChg chg="add del">
          <ac:chgData name="ajay poreddy" userId="a76d0cce41846b4c" providerId="LiveId" clId="{11ED0A1D-6224-47A1-A6C6-0C08927262B0}" dt="2024-02-27T04:57:06.603" v="170" actId="26606"/>
          <ac:picMkLst>
            <pc:docMk/>
            <pc:sldMk cId="1142095617" sldId="257"/>
            <ac:picMk id="142" creationId="{4E2A2CA5-47C2-034B-3264-D821861CBDB4}"/>
          </ac:picMkLst>
        </pc:picChg>
        <pc:picChg chg="add del">
          <ac:chgData name="ajay poreddy" userId="a76d0cce41846b4c" providerId="LiveId" clId="{11ED0A1D-6224-47A1-A6C6-0C08927262B0}" dt="2024-02-27T04:57:10.494" v="174" actId="26606"/>
          <ac:picMkLst>
            <pc:docMk/>
            <pc:sldMk cId="1142095617" sldId="257"/>
            <ac:picMk id="152" creationId="{4E2A2CA5-47C2-034B-3264-D821861CBDB4}"/>
          </ac:picMkLst>
        </pc:picChg>
        <pc:picChg chg="add del">
          <ac:chgData name="ajay poreddy" userId="a76d0cce41846b4c" providerId="LiveId" clId="{11ED0A1D-6224-47A1-A6C6-0C08927262B0}" dt="2024-02-27T04:57:36.509" v="182" actId="26606"/>
          <ac:picMkLst>
            <pc:docMk/>
            <pc:sldMk cId="1142095617" sldId="257"/>
            <ac:picMk id="169" creationId="{4E2A2CA5-47C2-034B-3264-D821861CBDB4}"/>
          </ac:picMkLst>
        </pc:picChg>
        <pc:picChg chg="add mod">
          <ac:chgData name="ajay poreddy" userId="a76d0cce41846b4c" providerId="LiveId" clId="{11ED0A1D-6224-47A1-A6C6-0C08927262B0}" dt="2024-02-27T04:58:59.818" v="203" actId="27614"/>
          <ac:picMkLst>
            <pc:docMk/>
            <pc:sldMk cId="1142095617" sldId="257"/>
            <ac:picMk id="255" creationId="{CFDDD64C-41A2-E537-6FD6-75A241185240}"/>
          </ac:picMkLst>
        </pc:picChg>
        <pc:cxnChg chg="add del">
          <ac:chgData name="ajay poreddy" userId="a76d0cce41846b4c" providerId="LiveId" clId="{11ED0A1D-6224-47A1-A6C6-0C08927262B0}" dt="2024-02-27T04:10:40.529" v="44" actId="26606"/>
          <ac:cxnSpMkLst>
            <pc:docMk/>
            <pc:sldMk cId="1142095617" sldId="257"/>
            <ac:cxnSpMk id="23" creationId="{C8F51B3F-8331-4E4A-AE96-D47B1006EEAD}"/>
          </ac:cxnSpMkLst>
        </pc:cxnChg>
        <pc:cxnChg chg="add del">
          <ac:chgData name="ajay poreddy" userId="a76d0cce41846b4c" providerId="LiveId" clId="{11ED0A1D-6224-47A1-A6C6-0C08927262B0}" dt="2024-02-27T04:11:06.024" v="50" actId="26606"/>
          <ac:cxnSpMkLst>
            <pc:docMk/>
            <pc:sldMk cId="1142095617" sldId="257"/>
            <ac:cxnSpMk id="37" creationId="{C49DA8F6-BCC1-4447-B54C-57856834B94B}"/>
          </ac:cxnSpMkLst>
        </pc:cxnChg>
        <pc:cxnChg chg="add del">
          <ac:chgData name="ajay poreddy" userId="a76d0cce41846b4c" providerId="LiveId" clId="{11ED0A1D-6224-47A1-A6C6-0C08927262B0}" dt="2024-02-27T04:57:36.542" v="183" actId="26606"/>
          <ac:cxnSpMkLst>
            <pc:docMk/>
            <pc:sldMk cId="1142095617" sldId="257"/>
            <ac:cxnSpMk id="49" creationId="{C49DA8F6-BCC1-4447-B54C-57856834B94B}"/>
          </ac:cxnSpMkLst>
        </pc:cxnChg>
        <pc:cxnChg chg="add del">
          <ac:chgData name="ajay poreddy" userId="a76d0cce41846b4c" providerId="LiveId" clId="{11ED0A1D-6224-47A1-A6C6-0C08927262B0}" dt="2024-02-27T04:39:10.908" v="55" actId="26606"/>
          <ac:cxnSpMkLst>
            <pc:docMk/>
            <pc:sldMk cId="1142095617" sldId="257"/>
            <ac:cxnSpMk id="63" creationId="{6CF1BAF6-AD41-4082-B212-8A1F9A2E8779}"/>
          </ac:cxnSpMkLst>
        </pc:cxnChg>
        <pc:cxnChg chg="add del">
          <ac:chgData name="ajay poreddy" userId="a76d0cce41846b4c" providerId="LiveId" clId="{11ED0A1D-6224-47A1-A6C6-0C08927262B0}" dt="2024-02-27T04:57:00.506" v="162" actId="26606"/>
          <ac:cxnSpMkLst>
            <pc:docMk/>
            <pc:sldMk cId="1142095617" sldId="257"/>
            <ac:cxnSpMk id="119" creationId="{08671CFF-13CE-4046-6B91-44F30DCCF2E7}"/>
          </ac:cxnSpMkLst>
        </pc:cxnChg>
        <pc:cxnChg chg="add del">
          <ac:chgData name="ajay poreddy" userId="a76d0cce41846b4c" providerId="LiveId" clId="{11ED0A1D-6224-47A1-A6C6-0C08927262B0}" dt="2024-02-27T04:58:01.950" v="185" actId="26606"/>
          <ac:cxnSpMkLst>
            <pc:docMk/>
            <pc:sldMk cId="1142095617" sldId="257"/>
            <ac:cxnSpMk id="190" creationId="{6CF1BAF6-AD41-4082-B212-8A1F9A2E8779}"/>
          </ac:cxnSpMkLst>
        </pc:cxnChg>
        <pc:cxnChg chg="add del">
          <ac:chgData name="ajay poreddy" userId="a76d0cce41846b4c" providerId="LiveId" clId="{11ED0A1D-6224-47A1-A6C6-0C08927262B0}" dt="2024-02-27T04:58:05.168" v="187" actId="26606"/>
          <ac:cxnSpMkLst>
            <pc:docMk/>
            <pc:sldMk cId="1142095617" sldId="257"/>
            <ac:cxnSpMk id="193" creationId="{C8F51B3F-8331-4E4A-AE96-D47B1006EEAD}"/>
          </ac:cxnSpMkLst>
        </pc:cxnChg>
        <pc:cxnChg chg="add del">
          <ac:chgData name="ajay poreddy" userId="a76d0cce41846b4c" providerId="LiveId" clId="{11ED0A1D-6224-47A1-A6C6-0C08927262B0}" dt="2024-02-27T04:58:36.658" v="194" actId="26606"/>
          <ac:cxnSpMkLst>
            <pc:docMk/>
            <pc:sldMk cId="1142095617" sldId="257"/>
            <ac:cxnSpMk id="222" creationId="{6CF1BAF6-AD41-4082-B212-8A1F9A2E8779}"/>
          </ac:cxnSpMkLst>
        </pc:cxnChg>
      </pc:sldChg>
      <pc:sldChg chg="addSp delSp modSp new mod ord setBg">
        <pc:chgData name="ajay poreddy" userId="a76d0cce41846b4c" providerId="LiveId" clId="{11ED0A1D-6224-47A1-A6C6-0C08927262B0}" dt="2024-02-27T04:48:27.774" v="106" actId="26606"/>
        <pc:sldMkLst>
          <pc:docMk/>
          <pc:sldMk cId="2361773952" sldId="258"/>
        </pc:sldMkLst>
        <pc:spChg chg="del">
          <ac:chgData name="ajay poreddy" userId="a76d0cce41846b4c" providerId="LiveId" clId="{11ED0A1D-6224-47A1-A6C6-0C08927262B0}" dt="2024-02-27T04:43:52.186" v="62" actId="21"/>
          <ac:spMkLst>
            <pc:docMk/>
            <pc:sldMk cId="2361773952" sldId="258"/>
            <ac:spMk id="2" creationId="{290687B5-07A3-76A7-1AFE-93C1A1116231}"/>
          </ac:spMkLst>
        </pc:spChg>
        <pc:spChg chg="del">
          <ac:chgData name="ajay poreddy" userId="a76d0cce41846b4c" providerId="LiveId" clId="{11ED0A1D-6224-47A1-A6C6-0C08927262B0}" dt="2024-02-27T04:43:44.532" v="59" actId="931"/>
          <ac:spMkLst>
            <pc:docMk/>
            <pc:sldMk cId="2361773952" sldId="258"/>
            <ac:spMk id="3" creationId="{353D65AB-B200-3392-CD9B-B0B30EC281BF}"/>
          </ac:spMkLst>
        </pc:spChg>
        <pc:spChg chg="add del mod">
          <ac:chgData name="ajay poreddy" userId="a76d0cce41846b4c" providerId="LiveId" clId="{11ED0A1D-6224-47A1-A6C6-0C08927262B0}" dt="2024-02-27T04:45:35.236" v="67" actId="931"/>
          <ac:spMkLst>
            <pc:docMk/>
            <pc:sldMk cId="2361773952" sldId="258"/>
            <ac:spMk id="7" creationId="{C132FB96-719A-F929-4B79-13CADB8226D8}"/>
          </ac:spMkLst>
        </pc:spChg>
        <pc:spChg chg="add del mod">
          <ac:chgData name="ajay poreddy" userId="a76d0cce41846b4c" providerId="LiveId" clId="{11ED0A1D-6224-47A1-A6C6-0C08927262B0}" dt="2024-02-27T04:45:53.853" v="73"/>
          <ac:spMkLst>
            <pc:docMk/>
            <pc:sldMk cId="2361773952" sldId="258"/>
            <ac:spMk id="10" creationId="{499E8E63-D6D1-C3F0-695F-0221DC0B7A58}"/>
          </ac:spMkLst>
        </pc:spChg>
        <pc:spChg chg="add del mod">
          <ac:chgData name="ajay poreddy" userId="a76d0cce41846b4c" providerId="LiveId" clId="{11ED0A1D-6224-47A1-A6C6-0C08927262B0}" dt="2024-02-27T04:46:49.954" v="93" actId="21"/>
          <ac:spMkLst>
            <pc:docMk/>
            <pc:sldMk cId="2361773952" sldId="258"/>
            <ac:spMk id="11" creationId="{8716947F-2B81-C8DD-0700-BBCE9A375DFD}"/>
          </ac:spMkLst>
        </pc:spChg>
        <pc:spChg chg="add del">
          <ac:chgData name="ajay poreddy" userId="a76d0cce41846b4c" providerId="LiveId" clId="{11ED0A1D-6224-47A1-A6C6-0C08927262B0}" dt="2024-02-27T04:48:18.872" v="105" actId="26606"/>
          <ac:spMkLst>
            <pc:docMk/>
            <pc:sldMk cId="2361773952" sldId="258"/>
            <ac:spMk id="14" creationId="{32BC26D8-82FB-445E-AA49-62A77D7C1EE0}"/>
          </ac:spMkLst>
        </pc:spChg>
        <pc:spChg chg="add del">
          <ac:chgData name="ajay poreddy" userId="a76d0cce41846b4c" providerId="LiveId" clId="{11ED0A1D-6224-47A1-A6C6-0C08927262B0}" dt="2024-02-27T04:48:18.872" v="105" actId="26606"/>
          <ac:spMkLst>
            <pc:docMk/>
            <pc:sldMk cId="2361773952" sldId="258"/>
            <ac:spMk id="16" creationId="{CB44330D-EA18-4254-AA95-EB49948539B8}"/>
          </ac:spMkLst>
        </pc:spChg>
        <pc:spChg chg="add del">
          <ac:chgData name="ajay poreddy" userId="a76d0cce41846b4c" providerId="LiveId" clId="{11ED0A1D-6224-47A1-A6C6-0C08927262B0}" dt="2024-02-27T04:47:59.262" v="104" actId="26606"/>
          <ac:spMkLst>
            <pc:docMk/>
            <pc:sldMk cId="2361773952" sldId="258"/>
            <ac:spMk id="18" creationId="{AB8C311F-7253-4AED-9701-7FC0708C41C7}"/>
          </ac:spMkLst>
        </pc:spChg>
        <pc:spChg chg="add del">
          <ac:chgData name="ajay poreddy" userId="a76d0cce41846b4c" providerId="LiveId" clId="{11ED0A1D-6224-47A1-A6C6-0C08927262B0}" dt="2024-02-27T04:47:59.262" v="104" actId="26606"/>
          <ac:spMkLst>
            <pc:docMk/>
            <pc:sldMk cId="2361773952" sldId="258"/>
            <ac:spMk id="19" creationId="{FD073016-B734-483B-8953-5BADEE145112}"/>
          </ac:spMkLst>
        </pc:spChg>
        <pc:spChg chg="add del">
          <ac:chgData name="ajay poreddy" userId="a76d0cce41846b4c" providerId="LiveId" clId="{11ED0A1D-6224-47A1-A6C6-0C08927262B0}" dt="2024-02-27T04:47:59.262" v="104" actId="26606"/>
          <ac:spMkLst>
            <pc:docMk/>
            <pc:sldMk cId="2361773952" sldId="258"/>
            <ac:spMk id="20" creationId="{90A7EAB6-59D3-4325-8DE6-E0CA4009CE53}"/>
          </ac:spMkLst>
        </pc:spChg>
        <pc:spChg chg="add del">
          <ac:chgData name="ajay poreddy" userId="a76d0cce41846b4c" providerId="LiveId" clId="{11ED0A1D-6224-47A1-A6C6-0C08927262B0}" dt="2024-02-27T04:47:11.854" v="96" actId="26606"/>
          <ac:spMkLst>
            <pc:docMk/>
            <pc:sldMk cId="2361773952" sldId="258"/>
            <ac:spMk id="21" creationId="{DA2E7C1E-2B5A-4BBA-AE51-1CD8C19309D7}"/>
          </ac:spMkLst>
        </pc:spChg>
        <pc:spChg chg="add del">
          <ac:chgData name="ajay poreddy" userId="a76d0cce41846b4c" providerId="LiveId" clId="{11ED0A1D-6224-47A1-A6C6-0C08927262B0}" dt="2024-02-27T04:47:59.262" v="104" actId="26606"/>
          <ac:spMkLst>
            <pc:docMk/>
            <pc:sldMk cId="2361773952" sldId="258"/>
            <ac:spMk id="22" creationId="{A8D57A06-A426-446D-B02C-A2DC6B62E45E}"/>
          </ac:spMkLst>
        </pc:spChg>
        <pc:spChg chg="add del">
          <ac:chgData name="ajay poreddy" userId="a76d0cce41846b4c" providerId="LiveId" clId="{11ED0A1D-6224-47A1-A6C6-0C08927262B0}" dt="2024-02-27T04:47:11.854" v="96" actId="26606"/>
          <ac:spMkLst>
            <pc:docMk/>
            <pc:sldMk cId="2361773952" sldId="258"/>
            <ac:spMk id="23" creationId="{43DF76B1-5174-4FAF-9D19-FFEE98426836}"/>
          </ac:spMkLst>
        </pc:spChg>
        <pc:spChg chg="add del">
          <ac:chgData name="ajay poreddy" userId="a76d0cce41846b4c" providerId="LiveId" clId="{11ED0A1D-6224-47A1-A6C6-0C08927262B0}" dt="2024-02-27T04:48:27.774" v="106" actId="26606"/>
          <ac:spMkLst>
            <pc:docMk/>
            <pc:sldMk cId="2361773952" sldId="258"/>
            <ac:spMk id="24" creationId="{32BC26D8-82FB-445E-AA49-62A77D7C1EE0}"/>
          </ac:spMkLst>
        </pc:spChg>
        <pc:spChg chg="add del">
          <ac:chgData name="ajay poreddy" userId="a76d0cce41846b4c" providerId="LiveId" clId="{11ED0A1D-6224-47A1-A6C6-0C08927262B0}" dt="2024-02-27T04:47:42.930" v="102" actId="26606"/>
          <ac:spMkLst>
            <pc:docMk/>
            <pc:sldMk cId="2361773952" sldId="258"/>
            <ac:spMk id="25" creationId="{90A7EAB6-59D3-4325-8DE6-E0CA4009CE53}"/>
          </ac:spMkLst>
        </pc:spChg>
        <pc:spChg chg="add del">
          <ac:chgData name="ajay poreddy" userId="a76d0cce41846b4c" providerId="LiveId" clId="{11ED0A1D-6224-47A1-A6C6-0C08927262B0}" dt="2024-02-27T04:47:42.930" v="102" actId="26606"/>
          <ac:spMkLst>
            <pc:docMk/>
            <pc:sldMk cId="2361773952" sldId="258"/>
            <ac:spMk id="26" creationId="{AB8C311F-7253-4AED-9701-7FC0708C41C7}"/>
          </ac:spMkLst>
        </pc:spChg>
        <pc:spChg chg="add del">
          <ac:chgData name="ajay poreddy" userId="a76d0cce41846b4c" providerId="LiveId" clId="{11ED0A1D-6224-47A1-A6C6-0C08927262B0}" dt="2024-02-27T04:47:42.930" v="102" actId="26606"/>
          <ac:spMkLst>
            <pc:docMk/>
            <pc:sldMk cId="2361773952" sldId="258"/>
            <ac:spMk id="27" creationId="{A8D57A06-A426-446D-B02C-A2DC6B62E45E}"/>
          </ac:spMkLst>
        </pc:spChg>
        <pc:spChg chg="add del">
          <ac:chgData name="ajay poreddy" userId="a76d0cce41846b4c" providerId="LiveId" clId="{11ED0A1D-6224-47A1-A6C6-0C08927262B0}" dt="2024-02-27T04:47:42.930" v="102" actId="26606"/>
          <ac:spMkLst>
            <pc:docMk/>
            <pc:sldMk cId="2361773952" sldId="258"/>
            <ac:spMk id="28" creationId="{FD073016-B734-483B-8953-5BADEE145112}"/>
          </ac:spMkLst>
        </pc:spChg>
        <pc:spChg chg="add del">
          <ac:chgData name="ajay poreddy" userId="a76d0cce41846b4c" providerId="LiveId" clId="{11ED0A1D-6224-47A1-A6C6-0C08927262B0}" dt="2024-02-27T04:48:27.774" v="106" actId="26606"/>
          <ac:spMkLst>
            <pc:docMk/>
            <pc:sldMk cId="2361773952" sldId="258"/>
            <ac:spMk id="29" creationId="{CB44330D-EA18-4254-AA95-EB49948539B8}"/>
          </ac:spMkLst>
        </pc:spChg>
        <pc:spChg chg="add">
          <ac:chgData name="ajay poreddy" userId="a76d0cce41846b4c" providerId="LiveId" clId="{11ED0A1D-6224-47A1-A6C6-0C08927262B0}" dt="2024-02-27T04:48:27.774" v="106" actId="26606"/>
          <ac:spMkLst>
            <pc:docMk/>
            <pc:sldMk cId="2361773952" sldId="258"/>
            <ac:spMk id="31" creationId="{2633B3B5-CC90-43F0-8714-D31D1F3F0209}"/>
          </ac:spMkLst>
        </pc:spChg>
        <pc:spChg chg="add">
          <ac:chgData name="ajay poreddy" userId="a76d0cce41846b4c" providerId="LiveId" clId="{11ED0A1D-6224-47A1-A6C6-0C08927262B0}" dt="2024-02-27T04:48:27.774" v="106" actId="26606"/>
          <ac:spMkLst>
            <pc:docMk/>
            <pc:sldMk cId="2361773952" sldId="258"/>
            <ac:spMk id="32" creationId="{A8D57A06-A426-446D-B02C-A2DC6B62E45E}"/>
          </ac:spMkLst>
        </pc:spChg>
        <pc:spChg chg="add del">
          <ac:chgData name="ajay poreddy" userId="a76d0cce41846b4c" providerId="LiveId" clId="{11ED0A1D-6224-47A1-A6C6-0C08927262B0}" dt="2024-02-27T04:47:28.760" v="99" actId="26606"/>
          <ac:spMkLst>
            <pc:docMk/>
            <pc:sldMk cId="2361773952" sldId="258"/>
            <ac:spMk id="33" creationId="{32BC26D8-82FB-445E-AA49-62A77D7C1EE0}"/>
          </ac:spMkLst>
        </pc:spChg>
        <pc:spChg chg="add">
          <ac:chgData name="ajay poreddy" userId="a76d0cce41846b4c" providerId="LiveId" clId="{11ED0A1D-6224-47A1-A6C6-0C08927262B0}" dt="2024-02-27T04:48:27.774" v="106" actId="26606"/>
          <ac:spMkLst>
            <pc:docMk/>
            <pc:sldMk cId="2361773952" sldId="258"/>
            <ac:spMk id="34" creationId="{AB8C311F-7253-4AED-9701-7FC0708C41C7}"/>
          </ac:spMkLst>
        </pc:spChg>
        <pc:spChg chg="add del">
          <ac:chgData name="ajay poreddy" userId="a76d0cce41846b4c" providerId="LiveId" clId="{11ED0A1D-6224-47A1-A6C6-0C08927262B0}" dt="2024-02-27T04:47:28.760" v="99" actId="26606"/>
          <ac:spMkLst>
            <pc:docMk/>
            <pc:sldMk cId="2361773952" sldId="258"/>
            <ac:spMk id="35" creationId="{CB44330D-EA18-4254-AA95-EB49948539B8}"/>
          </ac:spMkLst>
        </pc:spChg>
        <pc:spChg chg="add">
          <ac:chgData name="ajay poreddy" userId="a76d0cce41846b4c" providerId="LiveId" clId="{11ED0A1D-6224-47A1-A6C6-0C08927262B0}" dt="2024-02-27T04:48:27.774" v="106" actId="26606"/>
          <ac:spMkLst>
            <pc:docMk/>
            <pc:sldMk cId="2361773952" sldId="258"/>
            <ac:spMk id="36" creationId="{E2384209-CB15-4CDF-9D31-C44FD9A3F20D}"/>
          </ac:spMkLst>
        </pc:spChg>
        <pc:spChg chg="add del">
          <ac:chgData name="ajay poreddy" userId="a76d0cce41846b4c" providerId="LiveId" clId="{11ED0A1D-6224-47A1-A6C6-0C08927262B0}" dt="2024-02-27T04:47:42.478" v="101" actId="26606"/>
          <ac:spMkLst>
            <pc:docMk/>
            <pc:sldMk cId="2361773952" sldId="258"/>
            <ac:spMk id="37" creationId="{2633B3B5-CC90-43F0-8714-D31D1F3F0209}"/>
          </ac:spMkLst>
        </pc:spChg>
        <pc:spChg chg="add del">
          <ac:chgData name="ajay poreddy" userId="a76d0cce41846b4c" providerId="LiveId" clId="{11ED0A1D-6224-47A1-A6C6-0C08927262B0}" dt="2024-02-27T04:47:42.478" v="101" actId="26606"/>
          <ac:spMkLst>
            <pc:docMk/>
            <pc:sldMk cId="2361773952" sldId="258"/>
            <ac:spMk id="38" creationId="{AB8C311F-7253-4AED-9701-7FC0708C41C7}"/>
          </ac:spMkLst>
        </pc:spChg>
        <pc:spChg chg="add del">
          <ac:chgData name="ajay poreddy" userId="a76d0cce41846b4c" providerId="LiveId" clId="{11ED0A1D-6224-47A1-A6C6-0C08927262B0}" dt="2024-02-27T04:47:42.478" v="101" actId="26606"/>
          <ac:spMkLst>
            <pc:docMk/>
            <pc:sldMk cId="2361773952" sldId="258"/>
            <ac:spMk id="39" creationId="{A8D57A06-A426-446D-B02C-A2DC6B62E45E}"/>
          </ac:spMkLst>
        </pc:spChg>
        <pc:spChg chg="add del">
          <ac:chgData name="ajay poreddy" userId="a76d0cce41846b4c" providerId="LiveId" clId="{11ED0A1D-6224-47A1-A6C6-0C08927262B0}" dt="2024-02-27T04:47:42.478" v="101" actId="26606"/>
          <ac:spMkLst>
            <pc:docMk/>
            <pc:sldMk cId="2361773952" sldId="258"/>
            <ac:spMk id="40" creationId="{E2384209-CB15-4CDF-9D31-C44FD9A3F20D}"/>
          </ac:spMkLst>
        </pc:spChg>
        <pc:picChg chg="add del mod">
          <ac:chgData name="ajay poreddy" userId="a76d0cce41846b4c" providerId="LiveId" clId="{11ED0A1D-6224-47A1-A6C6-0C08927262B0}" dt="2024-02-27T04:45:06.131" v="66" actId="21"/>
          <ac:picMkLst>
            <pc:docMk/>
            <pc:sldMk cId="2361773952" sldId="258"/>
            <ac:picMk id="5" creationId="{7307FA27-8950-CE6C-B36A-AFF0AF0184CF}"/>
          </ac:picMkLst>
        </pc:picChg>
        <pc:picChg chg="add mod">
          <ac:chgData name="ajay poreddy" userId="a76d0cce41846b4c" providerId="LiveId" clId="{11ED0A1D-6224-47A1-A6C6-0C08927262B0}" dt="2024-02-27T04:48:27.774" v="106" actId="26606"/>
          <ac:picMkLst>
            <pc:docMk/>
            <pc:sldMk cId="2361773952" sldId="258"/>
            <ac:picMk id="9" creationId="{78C234F0-5BD5-523C-FF1E-C9E539F29545}"/>
          </ac:picMkLst>
        </pc:picChg>
      </pc:sldChg>
      <pc:sldChg chg="addSp delSp modSp new mod setBg">
        <pc:chgData name="ajay poreddy" userId="a76d0cce41846b4c" providerId="LiveId" clId="{11ED0A1D-6224-47A1-A6C6-0C08927262B0}" dt="2024-02-27T05:21:34.737" v="567" actId="26606"/>
        <pc:sldMkLst>
          <pc:docMk/>
          <pc:sldMk cId="1223368034" sldId="259"/>
        </pc:sldMkLst>
        <pc:spChg chg="mod ord">
          <ac:chgData name="ajay poreddy" userId="a76d0cce41846b4c" providerId="LiveId" clId="{11ED0A1D-6224-47A1-A6C6-0C08927262B0}" dt="2024-02-27T05:21:34.735" v="566" actId="26606"/>
          <ac:spMkLst>
            <pc:docMk/>
            <pc:sldMk cId="1223368034" sldId="259"/>
            <ac:spMk id="2" creationId="{8D5FED18-E5FD-108D-B379-4ED89A1EA232}"/>
          </ac:spMkLst>
        </pc:spChg>
        <pc:spChg chg="add del mod">
          <ac:chgData name="ajay poreddy" userId="a76d0cce41846b4c" providerId="LiveId" clId="{11ED0A1D-6224-47A1-A6C6-0C08927262B0}" dt="2024-02-27T05:18:00.338" v="515" actId="26606"/>
          <ac:spMkLst>
            <pc:docMk/>
            <pc:sldMk cId="1223368034" sldId="259"/>
            <ac:spMk id="3" creationId="{9945CFE0-67BF-191A-C63B-CD46101AB792}"/>
          </ac:spMkLst>
        </pc:spChg>
        <pc:spChg chg="add del">
          <ac:chgData name="ajay poreddy" userId="a76d0cce41846b4c" providerId="LiveId" clId="{11ED0A1D-6224-47A1-A6C6-0C08927262B0}" dt="2024-02-27T05:18:00.331" v="514" actId="26606"/>
          <ac:spMkLst>
            <pc:docMk/>
            <pc:sldMk cId="1223368034" sldId="259"/>
            <ac:spMk id="7" creationId="{B50AB553-2A96-4A92-96F2-93548E096954}"/>
          </ac:spMkLst>
        </pc:spChg>
        <pc:spChg chg="add del">
          <ac:chgData name="ajay poreddy" userId="a76d0cce41846b4c" providerId="LiveId" clId="{11ED0A1D-6224-47A1-A6C6-0C08927262B0}" dt="2024-02-27T05:17:27.857" v="507" actId="26606"/>
          <ac:spMkLst>
            <pc:docMk/>
            <pc:sldMk cId="1223368034" sldId="259"/>
            <ac:spMk id="8" creationId="{1B15ED52-F352-441B-82BF-E0EA34836D08}"/>
          </ac:spMkLst>
        </pc:spChg>
        <pc:spChg chg="add del">
          <ac:chgData name="ajay poreddy" userId="a76d0cce41846b4c" providerId="LiveId" clId="{11ED0A1D-6224-47A1-A6C6-0C08927262B0}" dt="2024-02-27T05:17:12.890" v="503" actId="26606"/>
          <ac:spMkLst>
            <pc:docMk/>
            <pc:sldMk cId="1223368034" sldId="259"/>
            <ac:spMk id="9" creationId="{C0763A76-9F1C-4FC5-82B7-DD475DA461B2}"/>
          </ac:spMkLst>
        </pc:spChg>
        <pc:spChg chg="add del">
          <ac:chgData name="ajay poreddy" userId="a76d0cce41846b4c" providerId="LiveId" clId="{11ED0A1D-6224-47A1-A6C6-0C08927262B0}" dt="2024-02-27T05:17:27.857" v="507" actId="26606"/>
          <ac:spMkLst>
            <pc:docMk/>
            <pc:sldMk cId="1223368034" sldId="259"/>
            <ac:spMk id="10" creationId="{3B2E3793-BFE6-45A2-9B7B-E18844431C99}"/>
          </ac:spMkLst>
        </pc:spChg>
        <pc:spChg chg="add del">
          <ac:chgData name="ajay poreddy" userId="a76d0cce41846b4c" providerId="LiveId" clId="{11ED0A1D-6224-47A1-A6C6-0C08927262B0}" dt="2024-02-27T05:17:12.890" v="503" actId="26606"/>
          <ac:spMkLst>
            <pc:docMk/>
            <pc:sldMk cId="1223368034" sldId="259"/>
            <ac:spMk id="11" creationId="{E81BF4F6-F2CF-4984-9D14-D6966D92F99F}"/>
          </ac:spMkLst>
        </pc:spChg>
        <pc:spChg chg="add del">
          <ac:chgData name="ajay poreddy" userId="a76d0cce41846b4c" providerId="LiveId" clId="{11ED0A1D-6224-47A1-A6C6-0C08927262B0}" dt="2024-02-27T05:17:27.857" v="507" actId="26606"/>
          <ac:spMkLst>
            <pc:docMk/>
            <pc:sldMk cId="1223368034" sldId="259"/>
            <ac:spMk id="12" creationId="{BC4C4868-CB8F-4AF9-9CDB-8108F2C19B67}"/>
          </ac:spMkLst>
        </pc:spChg>
        <pc:spChg chg="add del">
          <ac:chgData name="ajay poreddy" userId="a76d0cce41846b4c" providerId="LiveId" clId="{11ED0A1D-6224-47A1-A6C6-0C08927262B0}" dt="2024-02-27T05:17:20.026" v="505" actId="26606"/>
          <ac:spMkLst>
            <pc:docMk/>
            <pc:sldMk cId="1223368034" sldId="259"/>
            <ac:spMk id="13" creationId="{9F7D5CDA-D291-4307-BF55-1381FED29634}"/>
          </ac:spMkLst>
        </pc:spChg>
        <pc:spChg chg="add del">
          <ac:chgData name="ajay poreddy" userId="a76d0cce41846b4c" providerId="LiveId" clId="{11ED0A1D-6224-47A1-A6C6-0C08927262B0}" dt="2024-02-27T05:17:27.857" v="507" actId="26606"/>
          <ac:spMkLst>
            <pc:docMk/>
            <pc:sldMk cId="1223368034" sldId="259"/>
            <ac:spMk id="16" creationId="{53E5B1A8-3AC9-4BD1-9BBC-78CA94F2D1BA}"/>
          </ac:spMkLst>
        </pc:spChg>
        <pc:spChg chg="add del">
          <ac:chgData name="ajay poreddy" userId="a76d0cce41846b4c" providerId="LiveId" clId="{11ED0A1D-6224-47A1-A6C6-0C08927262B0}" dt="2024-02-27T05:17:27.857" v="507" actId="26606"/>
          <ac:spMkLst>
            <pc:docMk/>
            <pc:sldMk cId="1223368034" sldId="259"/>
            <ac:spMk id="17" creationId="{375E0459-6403-40CD-989D-56A4407CA12E}"/>
          </ac:spMkLst>
        </pc:spChg>
        <pc:spChg chg="add del">
          <ac:chgData name="ajay poreddy" userId="a76d0cce41846b4c" providerId="LiveId" clId="{11ED0A1D-6224-47A1-A6C6-0C08927262B0}" dt="2024-02-27T05:17:30.218" v="509" actId="26606"/>
          <ac:spMkLst>
            <pc:docMk/>
            <pc:sldMk cId="1223368034" sldId="259"/>
            <ac:spMk id="19" creationId="{DAF1966E-FD40-4A4A-B61B-C4DF7FA05F06}"/>
          </ac:spMkLst>
        </pc:spChg>
        <pc:spChg chg="add del">
          <ac:chgData name="ajay poreddy" userId="a76d0cce41846b4c" providerId="LiveId" clId="{11ED0A1D-6224-47A1-A6C6-0C08927262B0}" dt="2024-02-27T05:17:30.218" v="509" actId="26606"/>
          <ac:spMkLst>
            <pc:docMk/>
            <pc:sldMk cId="1223368034" sldId="259"/>
            <ac:spMk id="20" creationId="{047BFA19-D45E-416B-A404-7AF2F3F27017}"/>
          </ac:spMkLst>
        </pc:spChg>
        <pc:spChg chg="add del">
          <ac:chgData name="ajay poreddy" userId="a76d0cce41846b4c" providerId="LiveId" clId="{11ED0A1D-6224-47A1-A6C6-0C08927262B0}" dt="2024-02-27T05:17:30.218" v="509" actId="26606"/>
          <ac:spMkLst>
            <pc:docMk/>
            <pc:sldMk cId="1223368034" sldId="259"/>
            <ac:spMk id="21" creationId="{8E0105E7-23DB-4CF2-8258-FF47C7620F6E}"/>
          </ac:spMkLst>
        </pc:spChg>
        <pc:spChg chg="add del">
          <ac:chgData name="ajay poreddy" userId="a76d0cce41846b4c" providerId="LiveId" clId="{11ED0A1D-6224-47A1-A6C6-0C08927262B0}" dt="2024-02-27T05:17:30.218" v="509" actId="26606"/>
          <ac:spMkLst>
            <pc:docMk/>
            <pc:sldMk cId="1223368034" sldId="259"/>
            <ac:spMk id="22" creationId="{074B4F7D-14B2-478B-8BF5-01E4E0C5D263}"/>
          </ac:spMkLst>
        </pc:spChg>
        <pc:spChg chg="add mod">
          <ac:chgData name="ajay poreddy" userId="a76d0cce41846b4c" providerId="LiveId" clId="{11ED0A1D-6224-47A1-A6C6-0C08927262B0}" dt="2024-02-27T05:21:34.735" v="566" actId="26606"/>
          <ac:spMkLst>
            <pc:docMk/>
            <pc:sldMk cId="1223368034" sldId="259"/>
            <ac:spMk id="24" creationId="{9945CFE0-67BF-191A-C63B-CD46101AB792}"/>
          </ac:spMkLst>
        </pc:spChg>
        <pc:spChg chg="add del">
          <ac:chgData name="ajay poreddy" userId="a76d0cce41846b4c" providerId="LiveId" clId="{11ED0A1D-6224-47A1-A6C6-0C08927262B0}" dt="2024-02-27T05:18:27.974" v="517" actId="26606"/>
          <ac:spMkLst>
            <pc:docMk/>
            <pc:sldMk cId="1223368034" sldId="259"/>
            <ac:spMk id="29" creationId="{5AA03EDC-7067-4DFF-B672-541D016AAAB8}"/>
          </ac:spMkLst>
        </pc:spChg>
        <pc:spChg chg="add del">
          <ac:chgData name="ajay poreddy" userId="a76d0cce41846b4c" providerId="LiveId" clId="{11ED0A1D-6224-47A1-A6C6-0C08927262B0}" dt="2024-02-27T05:18:27.974" v="517" actId="26606"/>
          <ac:spMkLst>
            <pc:docMk/>
            <pc:sldMk cId="1223368034" sldId="259"/>
            <ac:spMk id="31" creationId="{0EBF3E39-B0BE-496A-8604-9007470FFA3A}"/>
          </ac:spMkLst>
        </pc:spChg>
        <pc:spChg chg="add del">
          <ac:chgData name="ajay poreddy" userId="a76d0cce41846b4c" providerId="LiveId" clId="{11ED0A1D-6224-47A1-A6C6-0C08927262B0}" dt="2024-02-27T05:18:35.577" v="521" actId="26606"/>
          <ac:spMkLst>
            <pc:docMk/>
            <pc:sldMk cId="1223368034" sldId="259"/>
            <ac:spMk id="38" creationId="{03AF1C04-3FEF-41BD-BB84-2F263765BEBC}"/>
          </ac:spMkLst>
        </pc:spChg>
        <pc:spChg chg="add del">
          <ac:chgData name="ajay poreddy" userId="a76d0cce41846b4c" providerId="LiveId" clId="{11ED0A1D-6224-47A1-A6C6-0C08927262B0}" dt="2024-02-27T05:18:38.315" v="523" actId="26606"/>
          <ac:spMkLst>
            <pc:docMk/>
            <pc:sldMk cId="1223368034" sldId="259"/>
            <ac:spMk id="50" creationId="{117AB3D3-3C9C-4DED-809A-78734805B895}"/>
          </ac:spMkLst>
        </pc:spChg>
        <pc:spChg chg="add del">
          <ac:chgData name="ajay poreddy" userId="a76d0cce41846b4c" providerId="LiveId" clId="{11ED0A1D-6224-47A1-A6C6-0C08927262B0}" dt="2024-02-27T05:18:38.315" v="523" actId="26606"/>
          <ac:spMkLst>
            <pc:docMk/>
            <pc:sldMk cId="1223368034" sldId="259"/>
            <ac:spMk id="51" creationId="{3A9A4357-BD1D-4622-A4FE-766E6AB8DE84}"/>
          </ac:spMkLst>
        </pc:spChg>
        <pc:spChg chg="add del">
          <ac:chgData name="ajay poreddy" userId="a76d0cce41846b4c" providerId="LiveId" clId="{11ED0A1D-6224-47A1-A6C6-0C08927262B0}" dt="2024-02-27T05:18:38.315" v="523" actId="26606"/>
          <ac:spMkLst>
            <pc:docMk/>
            <pc:sldMk cId="1223368034" sldId="259"/>
            <ac:spMk id="52" creationId="{E659831F-0D9A-4C63-9EBB-8435B85A440F}"/>
          </ac:spMkLst>
        </pc:spChg>
        <pc:spChg chg="add del">
          <ac:chgData name="ajay poreddy" userId="a76d0cce41846b4c" providerId="LiveId" clId="{11ED0A1D-6224-47A1-A6C6-0C08927262B0}" dt="2024-02-27T05:18:38.315" v="523" actId="26606"/>
          <ac:spMkLst>
            <pc:docMk/>
            <pc:sldMk cId="1223368034" sldId="259"/>
            <ac:spMk id="53" creationId="{E6995CE5-F890-4ABA-82A2-26507CE8D2A3}"/>
          </ac:spMkLst>
        </pc:spChg>
        <pc:spChg chg="add del">
          <ac:chgData name="ajay poreddy" userId="a76d0cce41846b4c" providerId="LiveId" clId="{11ED0A1D-6224-47A1-A6C6-0C08927262B0}" dt="2024-02-27T05:18:44.928" v="525" actId="26606"/>
          <ac:spMkLst>
            <pc:docMk/>
            <pc:sldMk cId="1223368034" sldId="259"/>
            <ac:spMk id="55" creationId="{649C91A9-84E7-4BF0-9026-62F01380D853}"/>
          </ac:spMkLst>
        </pc:spChg>
        <pc:spChg chg="add del">
          <ac:chgData name="ajay poreddy" userId="a76d0cce41846b4c" providerId="LiveId" clId="{11ED0A1D-6224-47A1-A6C6-0C08927262B0}" dt="2024-02-27T05:18:44.928" v="525" actId="26606"/>
          <ac:spMkLst>
            <pc:docMk/>
            <pc:sldMk cId="1223368034" sldId="259"/>
            <ac:spMk id="56" creationId="{9B47378D-AD27-45D0-8C1C-5B1098DCC068}"/>
          </ac:spMkLst>
        </pc:spChg>
        <pc:spChg chg="add del">
          <ac:chgData name="ajay poreddy" userId="a76d0cce41846b4c" providerId="LiveId" clId="{11ED0A1D-6224-47A1-A6C6-0C08927262B0}" dt="2024-02-27T05:18:47.819" v="527" actId="26606"/>
          <ac:spMkLst>
            <pc:docMk/>
            <pc:sldMk cId="1223368034" sldId="259"/>
            <ac:spMk id="58" creationId="{AF6CB648-9554-488A-B457-99CAAD1DA528}"/>
          </ac:spMkLst>
        </pc:spChg>
        <pc:spChg chg="add del">
          <ac:chgData name="ajay poreddy" userId="a76d0cce41846b4c" providerId="LiveId" clId="{11ED0A1D-6224-47A1-A6C6-0C08927262B0}" dt="2024-02-27T05:18:47.819" v="527" actId="26606"/>
          <ac:spMkLst>
            <pc:docMk/>
            <pc:sldMk cId="1223368034" sldId="259"/>
            <ac:spMk id="59" creationId="{E1ED8A68-A582-AC62-104E-E319E9DB340C}"/>
          </ac:spMkLst>
        </pc:spChg>
        <pc:spChg chg="add del">
          <ac:chgData name="ajay poreddy" userId="a76d0cce41846b4c" providerId="LiveId" clId="{11ED0A1D-6224-47A1-A6C6-0C08927262B0}" dt="2024-02-27T05:19:02.964" v="529" actId="26606"/>
          <ac:spMkLst>
            <pc:docMk/>
            <pc:sldMk cId="1223368034" sldId="259"/>
            <ac:spMk id="61" creationId="{45D37F4E-DDB4-456B-97E0-9937730A039F}"/>
          </ac:spMkLst>
        </pc:spChg>
        <pc:spChg chg="add del">
          <ac:chgData name="ajay poreddy" userId="a76d0cce41846b4c" providerId="LiveId" clId="{11ED0A1D-6224-47A1-A6C6-0C08927262B0}" dt="2024-02-27T05:19:02.964" v="529" actId="26606"/>
          <ac:spMkLst>
            <pc:docMk/>
            <pc:sldMk cId="1223368034" sldId="259"/>
            <ac:spMk id="62" creationId="{B2DD41CD-8F47-4F56-AD12-4E2FF7696987}"/>
          </ac:spMkLst>
        </pc:spChg>
        <pc:spChg chg="add del">
          <ac:chgData name="ajay poreddy" userId="a76d0cce41846b4c" providerId="LiveId" clId="{11ED0A1D-6224-47A1-A6C6-0C08927262B0}" dt="2024-02-27T05:19:06.489" v="531" actId="26606"/>
          <ac:spMkLst>
            <pc:docMk/>
            <pc:sldMk cId="1223368034" sldId="259"/>
            <ac:spMk id="64" creationId="{AF6CB648-9554-488A-B457-99CAAD1DA528}"/>
          </ac:spMkLst>
        </pc:spChg>
        <pc:spChg chg="add del">
          <ac:chgData name="ajay poreddy" userId="a76d0cce41846b4c" providerId="LiveId" clId="{11ED0A1D-6224-47A1-A6C6-0C08927262B0}" dt="2024-02-27T05:19:06.489" v="531" actId="26606"/>
          <ac:spMkLst>
            <pc:docMk/>
            <pc:sldMk cId="1223368034" sldId="259"/>
            <ac:spMk id="65" creationId="{E1ED8A68-A582-AC62-104E-E319E9DB340C}"/>
          </ac:spMkLst>
        </pc:spChg>
        <pc:spChg chg="add del">
          <ac:chgData name="ajay poreddy" userId="a76d0cce41846b4c" providerId="LiveId" clId="{11ED0A1D-6224-47A1-A6C6-0C08927262B0}" dt="2024-02-27T05:19:24.230" v="537" actId="26606"/>
          <ac:spMkLst>
            <pc:docMk/>
            <pc:sldMk cId="1223368034" sldId="259"/>
            <ac:spMk id="73" creationId="{D009D6D5-DAC2-4A8B-A17A-E206B9012D09}"/>
          </ac:spMkLst>
        </pc:spChg>
        <pc:spChg chg="add del">
          <ac:chgData name="ajay poreddy" userId="a76d0cce41846b4c" providerId="LiveId" clId="{11ED0A1D-6224-47A1-A6C6-0C08927262B0}" dt="2024-02-27T05:19:27.246" v="539" actId="26606"/>
          <ac:spMkLst>
            <pc:docMk/>
            <pc:sldMk cId="1223368034" sldId="259"/>
            <ac:spMk id="75" creationId="{C0763A76-9F1C-4FC5-82B7-DD475DA461B2}"/>
          </ac:spMkLst>
        </pc:spChg>
        <pc:spChg chg="add del">
          <ac:chgData name="ajay poreddy" userId="a76d0cce41846b4c" providerId="LiveId" clId="{11ED0A1D-6224-47A1-A6C6-0C08927262B0}" dt="2024-02-27T05:19:27.246" v="539" actId="26606"/>
          <ac:spMkLst>
            <pc:docMk/>
            <pc:sldMk cId="1223368034" sldId="259"/>
            <ac:spMk id="76" creationId="{E81BF4F6-F2CF-4984-9D14-D6966D92F99F}"/>
          </ac:spMkLst>
        </pc:spChg>
        <pc:spChg chg="add del">
          <ac:chgData name="ajay poreddy" userId="a76d0cce41846b4c" providerId="LiveId" clId="{11ED0A1D-6224-47A1-A6C6-0C08927262B0}" dt="2024-02-27T05:20:53.452" v="552" actId="26606"/>
          <ac:spMkLst>
            <pc:docMk/>
            <pc:sldMk cId="1223368034" sldId="259"/>
            <ac:spMk id="94" creationId="{04812C46-200A-4DEB-A05E-3ED6C68C2387}"/>
          </ac:spMkLst>
        </pc:spChg>
        <pc:spChg chg="add del">
          <ac:chgData name="ajay poreddy" userId="a76d0cce41846b4c" providerId="LiveId" clId="{11ED0A1D-6224-47A1-A6C6-0C08927262B0}" dt="2024-02-27T05:20:53.452" v="552" actId="26606"/>
          <ac:spMkLst>
            <pc:docMk/>
            <pc:sldMk cId="1223368034" sldId="259"/>
            <ac:spMk id="95" creationId="{D1EA859B-E555-4109-94F3-6700E046E008}"/>
          </ac:spMkLst>
        </pc:spChg>
        <pc:spChg chg="add del">
          <ac:chgData name="ajay poreddy" userId="a76d0cce41846b4c" providerId="LiveId" clId="{11ED0A1D-6224-47A1-A6C6-0C08927262B0}" dt="2024-02-27T05:21:03.615" v="556" actId="26606"/>
          <ac:spMkLst>
            <pc:docMk/>
            <pc:sldMk cId="1223368034" sldId="259"/>
            <ac:spMk id="96" creationId="{FC8D5885-2804-4D3C-BE31-902E4D3279B0}"/>
          </ac:spMkLst>
        </pc:spChg>
        <pc:spChg chg="add del">
          <ac:chgData name="ajay poreddy" userId="a76d0cce41846b4c" providerId="LiveId" clId="{11ED0A1D-6224-47A1-A6C6-0C08927262B0}" dt="2024-02-27T05:21:00.811" v="554" actId="26606"/>
          <ac:spMkLst>
            <pc:docMk/>
            <pc:sldMk cId="1223368034" sldId="259"/>
            <ac:spMk id="97" creationId="{D009D6D5-DAC2-4A8B-A17A-E206B9012D09}"/>
          </ac:spMkLst>
        </pc:spChg>
        <pc:spChg chg="add del">
          <ac:chgData name="ajay poreddy" userId="a76d0cce41846b4c" providerId="LiveId" clId="{11ED0A1D-6224-47A1-A6C6-0C08927262B0}" dt="2024-02-27T05:21:03.615" v="556" actId="26606"/>
          <ac:spMkLst>
            <pc:docMk/>
            <pc:sldMk cId="1223368034" sldId="259"/>
            <ac:spMk id="99" creationId="{560AFAAC-EA6C-45A9-9E03-C9C9F0193B4F}"/>
          </ac:spMkLst>
        </pc:spChg>
        <pc:spChg chg="add del">
          <ac:chgData name="ajay poreddy" userId="a76d0cce41846b4c" providerId="LiveId" clId="{11ED0A1D-6224-47A1-A6C6-0C08927262B0}" dt="2024-02-27T05:21:03.615" v="556" actId="26606"/>
          <ac:spMkLst>
            <pc:docMk/>
            <pc:sldMk cId="1223368034" sldId="259"/>
            <ac:spMk id="100" creationId="{83549E37-C86B-4401-90BD-D8BF83859F14}"/>
          </ac:spMkLst>
        </pc:spChg>
        <pc:spChg chg="add del">
          <ac:chgData name="ajay poreddy" userId="a76d0cce41846b4c" providerId="LiveId" clId="{11ED0A1D-6224-47A1-A6C6-0C08927262B0}" dt="2024-02-27T05:21:03.615" v="556" actId="26606"/>
          <ac:spMkLst>
            <pc:docMk/>
            <pc:sldMk cId="1223368034" sldId="259"/>
            <ac:spMk id="101" creationId="{8A17784E-76D8-4521-A77D-0D2EBB923004}"/>
          </ac:spMkLst>
        </pc:spChg>
        <pc:spChg chg="add del">
          <ac:chgData name="ajay poreddy" userId="a76d0cce41846b4c" providerId="LiveId" clId="{11ED0A1D-6224-47A1-A6C6-0C08927262B0}" dt="2024-02-27T05:21:03.615" v="556" actId="26606"/>
          <ac:spMkLst>
            <pc:docMk/>
            <pc:sldMk cId="1223368034" sldId="259"/>
            <ac:spMk id="102" creationId="{C0036C6B-F09C-4EAB-AE02-8D056EE74856}"/>
          </ac:spMkLst>
        </pc:spChg>
        <pc:spChg chg="add del">
          <ac:chgData name="ajay poreddy" userId="a76d0cce41846b4c" providerId="LiveId" clId="{11ED0A1D-6224-47A1-A6C6-0C08927262B0}" dt="2024-02-27T05:21:09.385" v="558" actId="26606"/>
          <ac:spMkLst>
            <pc:docMk/>
            <pc:sldMk cId="1223368034" sldId="259"/>
            <ac:spMk id="104" creationId="{C0763A76-9F1C-4FC5-82B7-DD475DA461B2}"/>
          </ac:spMkLst>
        </pc:spChg>
        <pc:spChg chg="add del">
          <ac:chgData name="ajay poreddy" userId="a76d0cce41846b4c" providerId="LiveId" clId="{11ED0A1D-6224-47A1-A6C6-0C08927262B0}" dt="2024-02-27T05:21:09.385" v="558" actId="26606"/>
          <ac:spMkLst>
            <pc:docMk/>
            <pc:sldMk cId="1223368034" sldId="259"/>
            <ac:spMk id="105" creationId="{E81BF4F6-F2CF-4984-9D14-D6966D92F99F}"/>
          </ac:spMkLst>
        </pc:spChg>
        <pc:spChg chg="add del">
          <ac:chgData name="ajay poreddy" userId="a76d0cce41846b4c" providerId="LiveId" clId="{11ED0A1D-6224-47A1-A6C6-0C08927262B0}" dt="2024-02-27T05:21:16.484" v="560" actId="26606"/>
          <ac:spMkLst>
            <pc:docMk/>
            <pc:sldMk cId="1223368034" sldId="259"/>
            <ac:spMk id="107" creationId="{9F7D5CDA-D291-4307-BF55-1381FED29634}"/>
          </ac:spMkLst>
        </pc:spChg>
        <pc:spChg chg="add del">
          <ac:chgData name="ajay poreddy" userId="a76d0cce41846b4c" providerId="LiveId" clId="{11ED0A1D-6224-47A1-A6C6-0C08927262B0}" dt="2024-02-27T05:21:16.484" v="560" actId="26606"/>
          <ac:spMkLst>
            <pc:docMk/>
            <pc:sldMk cId="1223368034" sldId="259"/>
            <ac:spMk id="108" creationId="{59B296B9-C5A5-4E4F-9B60-C907B5F1466C}"/>
          </ac:spMkLst>
        </pc:spChg>
        <pc:spChg chg="add del">
          <ac:chgData name="ajay poreddy" userId="a76d0cce41846b4c" providerId="LiveId" clId="{11ED0A1D-6224-47A1-A6C6-0C08927262B0}" dt="2024-02-27T05:21:16.484" v="560" actId="26606"/>
          <ac:spMkLst>
            <pc:docMk/>
            <pc:sldMk cId="1223368034" sldId="259"/>
            <ac:spMk id="109" creationId="{D0300FD3-5AF1-6305-15FA-9078072672E2}"/>
          </ac:spMkLst>
        </pc:spChg>
        <pc:spChg chg="add del">
          <ac:chgData name="ajay poreddy" userId="a76d0cce41846b4c" providerId="LiveId" clId="{11ED0A1D-6224-47A1-A6C6-0C08927262B0}" dt="2024-02-27T05:21:17.209" v="562" actId="26606"/>
          <ac:spMkLst>
            <pc:docMk/>
            <pc:sldMk cId="1223368034" sldId="259"/>
            <ac:spMk id="111" creationId="{99192C51-B764-4A9B-9587-5EF8B628B8D9}"/>
          </ac:spMkLst>
        </pc:spChg>
        <pc:spChg chg="add del">
          <ac:chgData name="ajay poreddy" userId="a76d0cce41846b4c" providerId="LiveId" clId="{11ED0A1D-6224-47A1-A6C6-0C08927262B0}" dt="2024-02-27T05:21:28.571" v="564" actId="26606"/>
          <ac:spMkLst>
            <pc:docMk/>
            <pc:sldMk cId="1223368034" sldId="259"/>
            <ac:spMk id="113" creationId="{9F79630B-0F0B-446E-A637-38FA8F61D10E}"/>
          </ac:spMkLst>
        </pc:spChg>
        <pc:spChg chg="add del">
          <ac:chgData name="ajay poreddy" userId="a76d0cce41846b4c" providerId="LiveId" clId="{11ED0A1D-6224-47A1-A6C6-0C08927262B0}" dt="2024-02-27T05:21:28.571" v="564" actId="26606"/>
          <ac:spMkLst>
            <pc:docMk/>
            <pc:sldMk cId="1223368034" sldId="259"/>
            <ac:spMk id="114" creationId="{B3437C99-FC8E-4311-B48A-F0C4C329B154}"/>
          </ac:spMkLst>
        </pc:spChg>
        <pc:spChg chg="add del">
          <ac:chgData name="ajay poreddy" userId="a76d0cce41846b4c" providerId="LiveId" clId="{11ED0A1D-6224-47A1-A6C6-0C08927262B0}" dt="2024-02-27T05:21:34.735" v="566" actId="26606"/>
          <ac:spMkLst>
            <pc:docMk/>
            <pc:sldMk cId="1223368034" sldId="259"/>
            <ac:spMk id="116" creationId="{7FF47CB7-972F-479F-A36D-9E72D26EC8DA}"/>
          </ac:spMkLst>
        </pc:spChg>
        <pc:spChg chg="add del">
          <ac:chgData name="ajay poreddy" userId="a76d0cce41846b4c" providerId="LiveId" clId="{11ED0A1D-6224-47A1-A6C6-0C08927262B0}" dt="2024-02-27T05:21:34.735" v="566" actId="26606"/>
          <ac:spMkLst>
            <pc:docMk/>
            <pc:sldMk cId="1223368034" sldId="259"/>
            <ac:spMk id="117" creationId="{0D153B68-5844-490D-8E67-F616D6D721CA}"/>
          </ac:spMkLst>
        </pc:spChg>
        <pc:spChg chg="add del">
          <ac:chgData name="ajay poreddy" userId="a76d0cce41846b4c" providerId="LiveId" clId="{11ED0A1D-6224-47A1-A6C6-0C08927262B0}" dt="2024-02-27T05:21:34.735" v="566" actId="26606"/>
          <ac:spMkLst>
            <pc:docMk/>
            <pc:sldMk cId="1223368034" sldId="259"/>
            <ac:spMk id="118" creationId="{9A0D773F-7A7D-4DBB-9DEA-86BB8B8F4BC8}"/>
          </ac:spMkLst>
        </pc:spChg>
        <pc:grpChg chg="add del">
          <ac:chgData name="ajay poreddy" userId="a76d0cce41846b4c" providerId="LiveId" clId="{11ED0A1D-6224-47A1-A6C6-0C08927262B0}" dt="2024-02-27T05:18:35.577" v="521" actId="26606"/>
          <ac:grpSpMkLst>
            <pc:docMk/>
            <pc:sldMk cId="1223368034" sldId="259"/>
            <ac:grpSpMk id="35" creationId="{C733FE3C-12C4-4FA2-A795-87D2F6776A53}"/>
          </ac:grpSpMkLst>
        </pc:grpChg>
        <pc:grpChg chg="add del">
          <ac:chgData name="ajay poreddy" userId="a76d0cce41846b4c" providerId="LiveId" clId="{11ED0A1D-6224-47A1-A6C6-0C08927262B0}" dt="2024-02-27T05:18:35.577" v="521" actId="26606"/>
          <ac:grpSpMkLst>
            <pc:docMk/>
            <pc:sldMk cId="1223368034" sldId="259"/>
            <ac:grpSpMk id="39" creationId="{0C2B5F12-8A82-4A59-9400-3164CBF47F63}"/>
          </ac:grpSpMkLst>
        </pc:grpChg>
        <pc:grpChg chg="add del">
          <ac:chgData name="ajay poreddy" userId="a76d0cce41846b4c" providerId="LiveId" clId="{11ED0A1D-6224-47A1-A6C6-0C08927262B0}" dt="2024-02-27T05:18:35.577" v="521" actId="26606"/>
          <ac:grpSpMkLst>
            <pc:docMk/>
            <pc:sldMk cId="1223368034" sldId="259"/>
            <ac:grpSpMk id="47" creationId="{E56E71F1-5A87-4A96-B42F-2DFA1B766B5E}"/>
          </ac:grpSpMkLst>
        </pc:grpChg>
        <pc:grpChg chg="add del">
          <ac:chgData name="ajay poreddy" userId="a76d0cce41846b4c" providerId="LiveId" clId="{11ED0A1D-6224-47A1-A6C6-0C08927262B0}" dt="2024-02-27T05:19:16.484" v="533" actId="26606"/>
          <ac:grpSpMkLst>
            <pc:docMk/>
            <pc:sldMk cId="1223368034" sldId="259"/>
            <ac:grpSpMk id="67" creationId="{114ED94A-C85D-4CD3-4205-438D21CE6B38}"/>
          </ac:grpSpMkLst>
        </pc:grpChg>
        <pc:graphicFrameChg chg="add del">
          <ac:chgData name="ajay poreddy" userId="a76d0cce41846b4c" providerId="LiveId" clId="{11ED0A1D-6224-47A1-A6C6-0C08927262B0}" dt="2024-02-27T05:18:00.331" v="514" actId="26606"/>
          <ac:graphicFrameMkLst>
            <pc:docMk/>
            <pc:sldMk cId="1223368034" sldId="259"/>
            <ac:graphicFrameMk id="15" creationId="{DED76BF2-FD7D-A891-C1A9-D5A36CD4F961}"/>
          </ac:graphicFrameMkLst>
        </pc:graphicFrameChg>
        <pc:picChg chg="add del">
          <ac:chgData name="ajay poreddy" userId="a76d0cce41846b4c" providerId="LiveId" clId="{11ED0A1D-6224-47A1-A6C6-0C08927262B0}" dt="2024-02-27T05:17:12.890" v="503" actId="26606"/>
          <ac:picMkLst>
            <pc:docMk/>
            <pc:sldMk cId="1223368034" sldId="259"/>
            <ac:picMk id="5" creationId="{8789F27A-7AB5-BB5F-A8CC-8A48C3E909D1}"/>
          </ac:picMkLst>
        </pc:picChg>
        <pc:picChg chg="add del">
          <ac:chgData name="ajay poreddy" userId="a76d0cce41846b4c" providerId="LiveId" clId="{11ED0A1D-6224-47A1-A6C6-0C08927262B0}" dt="2024-02-27T05:18:00.331" v="514" actId="26606"/>
          <ac:picMkLst>
            <pc:docMk/>
            <pc:sldMk cId="1223368034" sldId="259"/>
            <ac:picMk id="6" creationId="{708AEC05-E931-89AA-543B-B960B98FBF20}"/>
          </ac:picMkLst>
        </pc:picChg>
        <pc:picChg chg="add del">
          <ac:chgData name="ajay poreddy" userId="a76d0cce41846b4c" providerId="LiveId" clId="{11ED0A1D-6224-47A1-A6C6-0C08927262B0}" dt="2024-02-27T05:17:20.026" v="505" actId="26606"/>
          <ac:picMkLst>
            <pc:docMk/>
            <pc:sldMk cId="1223368034" sldId="259"/>
            <ac:picMk id="14" creationId="{639DFE1C-9772-0C87-D416-5BA2FB0968D4}"/>
          </ac:picMkLst>
        </pc:picChg>
        <pc:picChg chg="add mod ord">
          <ac:chgData name="ajay poreddy" userId="a76d0cce41846b4c" providerId="LiveId" clId="{11ED0A1D-6224-47A1-A6C6-0C08927262B0}" dt="2024-02-27T05:21:34.735" v="566" actId="26606"/>
          <ac:picMkLst>
            <pc:docMk/>
            <pc:sldMk cId="1223368034" sldId="259"/>
            <ac:picMk id="18" creationId="{02DE0CAA-EC1E-F771-F9A8-C2632088884D}"/>
          </ac:picMkLst>
        </pc:picChg>
        <pc:cxnChg chg="add del">
          <ac:chgData name="ajay poreddy" userId="a76d0cce41846b4c" providerId="LiveId" clId="{11ED0A1D-6224-47A1-A6C6-0C08927262B0}" dt="2024-02-27T05:19:27.250" v="540" actId="26606"/>
          <ac:cxnSpMkLst>
            <pc:docMk/>
            <pc:sldMk cId="1223368034" sldId="259"/>
            <ac:cxnSpMk id="23" creationId="{1503BFE4-729B-D9D0-C17B-501E6AF1127A}"/>
          </ac:cxnSpMkLst>
        </pc:cxnChg>
        <pc:cxnChg chg="add del">
          <ac:chgData name="ajay poreddy" userId="a76d0cce41846b4c" providerId="LiveId" clId="{11ED0A1D-6224-47A1-A6C6-0C08927262B0}" dt="2024-02-27T05:18:32.238" v="519" actId="26606"/>
          <ac:cxnSpMkLst>
            <pc:docMk/>
            <pc:sldMk cId="1223368034" sldId="259"/>
            <ac:cxnSpMk id="33" creationId="{FC23E3B9-5ABF-58B3-E2B0-E9A5DAA90037}"/>
          </ac:cxnSpMkLst>
        </pc:cxnChg>
        <pc:cxnChg chg="add del">
          <ac:chgData name="ajay poreddy" userId="a76d0cce41846b4c" providerId="LiveId" clId="{11ED0A1D-6224-47A1-A6C6-0C08927262B0}" dt="2024-02-27T05:19:20.489" v="535" actId="26606"/>
          <ac:cxnSpMkLst>
            <pc:docMk/>
            <pc:sldMk cId="1223368034" sldId="259"/>
            <ac:cxnSpMk id="71" creationId="{1503BFE4-729B-D9D0-C17B-501E6AF1127A}"/>
          </ac:cxnSpMkLst>
        </pc:cxnChg>
        <pc:cxnChg chg="add del">
          <ac:chgData name="ajay poreddy" userId="a76d0cce41846b4c" providerId="LiveId" clId="{11ED0A1D-6224-47A1-A6C6-0C08927262B0}" dt="2024-02-27T05:19:58.482" v="544" actId="26606"/>
          <ac:cxnSpMkLst>
            <pc:docMk/>
            <pc:sldMk cId="1223368034" sldId="259"/>
            <ac:cxnSpMk id="78" creationId="{1503BFE4-729B-D9D0-C17B-501E6AF1127A}"/>
          </ac:cxnSpMkLst>
        </pc:cxnChg>
        <pc:cxnChg chg="add del">
          <ac:chgData name="ajay poreddy" userId="a76d0cce41846b4c" providerId="LiveId" clId="{11ED0A1D-6224-47A1-A6C6-0C08927262B0}" dt="2024-02-27T05:21:34.737" v="567" actId="26606"/>
          <ac:cxnSpMkLst>
            <pc:docMk/>
            <pc:sldMk cId="1223368034" sldId="259"/>
            <ac:cxnSpMk id="83" creationId="{1503BFE4-729B-D9D0-C17B-501E6AF1127A}"/>
          </ac:cxnSpMkLst>
        </pc:cxnChg>
        <pc:cxnChg chg="add del">
          <ac:chgData name="ajay poreddy" userId="a76d0cce41846b4c" providerId="LiveId" clId="{11ED0A1D-6224-47A1-A6C6-0C08927262B0}" dt="2024-02-27T05:20:39.768" v="546" actId="26606"/>
          <ac:cxnSpMkLst>
            <pc:docMk/>
            <pc:sldMk cId="1223368034" sldId="259"/>
            <ac:cxnSpMk id="88" creationId="{1503BFE4-729B-D9D0-C17B-501E6AF1127A}"/>
          </ac:cxnSpMkLst>
        </pc:cxnChg>
        <pc:cxnChg chg="add del">
          <ac:chgData name="ajay poreddy" userId="a76d0cce41846b4c" providerId="LiveId" clId="{11ED0A1D-6224-47A1-A6C6-0C08927262B0}" dt="2024-02-27T05:20:41.180" v="548" actId="26606"/>
          <ac:cxnSpMkLst>
            <pc:docMk/>
            <pc:sldMk cId="1223368034" sldId="259"/>
            <ac:cxnSpMk id="90" creationId="{1503BFE4-729B-D9D0-C17B-501E6AF1127A}"/>
          </ac:cxnSpMkLst>
        </pc:cxnChg>
        <pc:cxnChg chg="add del">
          <ac:chgData name="ajay poreddy" userId="a76d0cce41846b4c" providerId="LiveId" clId="{11ED0A1D-6224-47A1-A6C6-0C08927262B0}" dt="2024-02-27T05:20:46.861" v="550" actId="26606"/>
          <ac:cxnSpMkLst>
            <pc:docMk/>
            <pc:sldMk cId="1223368034" sldId="259"/>
            <ac:cxnSpMk id="92" creationId="{1503BFE4-729B-D9D0-C17B-501E6AF1127A}"/>
          </ac:cxnSpMkLst>
        </pc:cxnChg>
        <pc:cxnChg chg="add">
          <ac:chgData name="ajay poreddy" userId="a76d0cce41846b4c" providerId="LiveId" clId="{11ED0A1D-6224-47A1-A6C6-0C08927262B0}" dt="2024-02-27T05:21:34.737" v="567" actId="26606"/>
          <ac:cxnSpMkLst>
            <pc:docMk/>
            <pc:sldMk cId="1223368034" sldId="259"/>
            <ac:cxnSpMk id="120" creationId="{1503BFE4-729B-D9D0-C17B-501E6AF1127A}"/>
          </ac:cxnSpMkLst>
        </pc:cxnChg>
      </pc:sldChg>
      <pc:sldChg chg="new del">
        <pc:chgData name="ajay poreddy" userId="a76d0cce41846b4c" providerId="LiveId" clId="{11ED0A1D-6224-47A1-A6C6-0C08927262B0}" dt="2024-02-27T05:10:10.292" v="376" actId="2696"/>
        <pc:sldMkLst>
          <pc:docMk/>
          <pc:sldMk cId="738972444" sldId="260"/>
        </pc:sldMkLst>
      </pc:sldChg>
      <pc:sldChg chg="addSp delSp modSp new mod setBg">
        <pc:chgData name="ajay poreddy" userId="a76d0cce41846b4c" providerId="LiveId" clId="{11ED0A1D-6224-47A1-A6C6-0C08927262B0}" dt="2024-02-27T05:30:56.661" v="660" actId="26606"/>
        <pc:sldMkLst>
          <pc:docMk/>
          <pc:sldMk cId="4047223822" sldId="260"/>
        </pc:sldMkLst>
        <pc:spChg chg="mod">
          <ac:chgData name="ajay poreddy" userId="a76d0cce41846b4c" providerId="LiveId" clId="{11ED0A1D-6224-47A1-A6C6-0C08927262B0}" dt="2024-02-27T05:30:56.661" v="660" actId="26606"/>
          <ac:spMkLst>
            <pc:docMk/>
            <pc:sldMk cId="4047223822" sldId="260"/>
            <ac:spMk id="2" creationId="{276834E2-55E3-85AE-270D-1128FE295F11}"/>
          </ac:spMkLst>
        </pc:spChg>
        <pc:spChg chg="add del mod">
          <ac:chgData name="ajay poreddy" userId="a76d0cce41846b4c" providerId="LiveId" clId="{11ED0A1D-6224-47A1-A6C6-0C08927262B0}" dt="2024-02-27T05:30:56.661" v="660" actId="26606"/>
          <ac:spMkLst>
            <pc:docMk/>
            <pc:sldMk cId="4047223822" sldId="260"/>
            <ac:spMk id="3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28:37.231" v="622" actId="26606"/>
          <ac:spMkLst>
            <pc:docMk/>
            <pc:sldMk cId="4047223822" sldId="260"/>
            <ac:spMk id="8" creationId="{815925C2-A704-4D47-B1C1-3FCA52512EC1}"/>
          </ac:spMkLst>
        </pc:spChg>
        <pc:spChg chg="add del">
          <ac:chgData name="ajay poreddy" userId="a76d0cce41846b4c" providerId="LiveId" clId="{11ED0A1D-6224-47A1-A6C6-0C08927262B0}" dt="2024-02-27T05:27:23.318" v="590" actId="26606"/>
          <ac:spMkLst>
            <pc:docMk/>
            <pc:sldMk cId="4047223822" sldId="260"/>
            <ac:spMk id="9" creationId="{C0763A76-9F1C-4FC5-82B7-DD475DA461B2}"/>
          </ac:spMkLst>
        </pc:spChg>
        <pc:spChg chg="add del">
          <ac:chgData name="ajay poreddy" userId="a76d0cce41846b4c" providerId="LiveId" clId="{11ED0A1D-6224-47A1-A6C6-0C08927262B0}" dt="2024-02-27T05:27:41.662" v="600" actId="26606"/>
          <ac:spMkLst>
            <pc:docMk/>
            <pc:sldMk cId="4047223822" sldId="260"/>
            <ac:spMk id="10" creationId="{245A9F99-D9B1-4094-A2E2-B90AC1DB7B9C}"/>
          </ac:spMkLst>
        </pc:spChg>
        <pc:spChg chg="add del">
          <ac:chgData name="ajay poreddy" userId="a76d0cce41846b4c" providerId="LiveId" clId="{11ED0A1D-6224-47A1-A6C6-0C08927262B0}" dt="2024-02-27T05:27:23.318" v="590" actId="26606"/>
          <ac:spMkLst>
            <pc:docMk/>
            <pc:sldMk cId="4047223822" sldId="260"/>
            <ac:spMk id="11" creationId="{E81BF4F6-F2CF-4984-9D14-D6966D92F99F}"/>
          </ac:spMkLst>
        </pc:spChg>
        <pc:spChg chg="add del">
          <ac:chgData name="ajay poreddy" userId="a76d0cce41846b4c" providerId="LiveId" clId="{11ED0A1D-6224-47A1-A6C6-0C08927262B0}" dt="2024-02-27T05:27:41.662" v="600" actId="26606"/>
          <ac:spMkLst>
            <pc:docMk/>
            <pc:sldMk cId="4047223822" sldId="260"/>
            <ac:spMk id="12" creationId="{B7FAF607-473A-4A43-A23D-BBFF5C4117BB}"/>
          </ac:spMkLst>
        </pc:spChg>
        <pc:spChg chg="add del">
          <ac:chgData name="ajay poreddy" userId="a76d0cce41846b4c" providerId="LiveId" clId="{11ED0A1D-6224-47A1-A6C6-0C08927262B0}" dt="2024-02-27T05:27:28.632" v="592" actId="26606"/>
          <ac:spMkLst>
            <pc:docMk/>
            <pc:sldMk cId="4047223822" sldId="260"/>
            <ac:spMk id="13" creationId="{9F7D5CDA-D291-4307-BF55-1381FED29634}"/>
          </ac:spMkLst>
        </pc:spChg>
        <pc:spChg chg="add del">
          <ac:chgData name="ajay poreddy" userId="a76d0cce41846b4c" providerId="LiveId" clId="{11ED0A1D-6224-47A1-A6C6-0C08927262B0}" dt="2024-02-27T05:29:13.432" v="640" actId="26606"/>
          <ac:spMkLst>
            <pc:docMk/>
            <pc:sldMk cId="4047223822" sldId="260"/>
            <ac:spMk id="15" creationId="{8D6EA299-0840-6DEA-E670-C49AEBC87E89}"/>
          </ac:spMkLst>
        </pc:spChg>
        <pc:spChg chg="add del">
          <ac:chgData name="ajay poreddy" userId="a76d0cce41846b4c" providerId="LiveId" clId="{11ED0A1D-6224-47A1-A6C6-0C08927262B0}" dt="2024-02-27T05:27:30.385" v="594" actId="26606"/>
          <ac:spMkLst>
            <pc:docMk/>
            <pc:sldMk cId="4047223822" sldId="260"/>
            <ac:spMk id="16" creationId="{C0763A76-9F1C-4FC5-82B7-DD475DA461B2}"/>
          </ac:spMkLst>
        </pc:spChg>
        <pc:spChg chg="add del">
          <ac:chgData name="ajay poreddy" userId="a76d0cce41846b4c" providerId="LiveId" clId="{11ED0A1D-6224-47A1-A6C6-0C08927262B0}" dt="2024-02-27T05:27:30.385" v="594" actId="26606"/>
          <ac:spMkLst>
            <pc:docMk/>
            <pc:sldMk cId="4047223822" sldId="260"/>
            <ac:spMk id="17" creationId="{E81BF4F6-F2CF-4984-9D14-D6966D92F99F}"/>
          </ac:spMkLst>
        </pc:spChg>
        <pc:spChg chg="add del">
          <ac:chgData name="ajay poreddy" userId="a76d0cce41846b4c" providerId="LiveId" clId="{11ED0A1D-6224-47A1-A6C6-0C08927262B0}" dt="2024-02-27T05:29:36.424" v="645" actId="26606"/>
          <ac:spMkLst>
            <pc:docMk/>
            <pc:sldMk cId="4047223822" sldId="260"/>
            <ac:spMk id="19" creationId="{9E6671AF-110C-4E4D-BEB4-1323A3136D1B}"/>
          </ac:spMkLst>
        </pc:spChg>
        <pc:spChg chg="add del">
          <ac:chgData name="ajay poreddy" userId="a76d0cce41846b4c" providerId="LiveId" clId="{11ED0A1D-6224-47A1-A6C6-0C08927262B0}" dt="2024-02-27T05:27:30.983" v="596" actId="26606"/>
          <ac:spMkLst>
            <pc:docMk/>
            <pc:sldMk cId="4047223822" sldId="260"/>
            <ac:spMk id="20" creationId="{9F7D5CDA-D291-4307-BF55-1381FED29634}"/>
          </ac:spMkLst>
        </pc:spChg>
        <pc:spChg chg="add del">
          <ac:chgData name="ajay poreddy" userId="a76d0cce41846b4c" providerId="LiveId" clId="{11ED0A1D-6224-47A1-A6C6-0C08927262B0}" dt="2024-02-27T05:27:35.242" v="598" actId="26606"/>
          <ac:spMkLst>
            <pc:docMk/>
            <pc:sldMk cId="4047223822" sldId="260"/>
            <ac:spMk id="23" creationId="{3ECBE1F1-D69B-4AFA-ABD5-8E41720EF6DE}"/>
          </ac:spMkLst>
        </pc:spChg>
        <pc:spChg chg="add del">
          <ac:chgData name="ajay poreddy" userId="a76d0cce41846b4c" providerId="LiveId" clId="{11ED0A1D-6224-47A1-A6C6-0C08927262B0}" dt="2024-02-27T05:27:35.242" v="598" actId="26606"/>
          <ac:spMkLst>
            <pc:docMk/>
            <pc:sldMk cId="4047223822" sldId="260"/>
            <ac:spMk id="25" creationId="{603A6265-E10C-4B85-9C20-E75FCAF9CC63}"/>
          </ac:spMkLst>
        </pc:spChg>
        <pc:spChg chg="add">
          <ac:chgData name="ajay poreddy" userId="a76d0cce41846b4c" providerId="LiveId" clId="{11ED0A1D-6224-47A1-A6C6-0C08927262B0}" dt="2024-02-27T05:30:56.661" v="660" actId="26606"/>
          <ac:spMkLst>
            <pc:docMk/>
            <pc:sldMk cId="4047223822" sldId="260"/>
            <ac:spMk id="29" creationId="{2C61293E-6EBE-43EF-A52C-9BEBFD7679D4}"/>
          </ac:spMkLst>
        </pc:spChg>
        <pc:spChg chg="add del">
          <ac:chgData name="ajay poreddy" userId="a76d0cce41846b4c" providerId="LiveId" clId="{11ED0A1D-6224-47A1-A6C6-0C08927262B0}" dt="2024-02-27T05:27:44.566" v="602" actId="26606"/>
          <ac:spMkLst>
            <pc:docMk/>
            <pc:sldMk cId="4047223822" sldId="260"/>
            <ac:spMk id="31" creationId="{245A9F99-D9B1-4094-A2E2-B90AC1DB7B9C}"/>
          </ac:spMkLst>
        </pc:spChg>
        <pc:spChg chg="add del">
          <ac:chgData name="ajay poreddy" userId="a76d0cce41846b4c" providerId="LiveId" clId="{11ED0A1D-6224-47A1-A6C6-0C08927262B0}" dt="2024-02-27T05:27:44.566" v="602" actId="26606"/>
          <ac:spMkLst>
            <pc:docMk/>
            <pc:sldMk cId="4047223822" sldId="260"/>
            <ac:spMk id="32" creationId="{B7FAF607-473A-4A43-A23D-BBFF5C4117BB}"/>
          </ac:spMkLst>
        </pc:spChg>
        <pc:spChg chg="add del">
          <ac:chgData name="ajay poreddy" userId="a76d0cce41846b4c" providerId="LiveId" clId="{11ED0A1D-6224-47A1-A6C6-0C08927262B0}" dt="2024-02-27T05:29:46.890" v="649" actId="26606"/>
          <ac:spMkLst>
            <pc:docMk/>
            <pc:sldMk cId="4047223822" sldId="260"/>
            <ac:spMk id="35" creationId="{7DE220E6-BA55-4F04-B3C4-F4985F3E77AF}"/>
          </ac:spMkLst>
        </pc:spChg>
        <pc:spChg chg="add del">
          <ac:chgData name="ajay poreddy" userId="a76d0cce41846b4c" providerId="LiveId" clId="{11ED0A1D-6224-47A1-A6C6-0C08927262B0}" dt="2024-02-27T05:29:46.890" v="649" actId="26606"/>
          <ac:spMkLst>
            <pc:docMk/>
            <pc:sldMk cId="4047223822" sldId="260"/>
            <ac:spMk id="36" creationId="{5AE190BC-D2FD-433E-AB89-0DF68EFD6D09}"/>
          </ac:spMkLst>
        </pc:spChg>
        <pc:spChg chg="add del">
          <ac:chgData name="ajay poreddy" userId="a76d0cce41846b4c" providerId="LiveId" clId="{11ED0A1D-6224-47A1-A6C6-0C08927262B0}" dt="2024-02-27T05:29:46.890" v="649" actId="26606"/>
          <ac:spMkLst>
            <pc:docMk/>
            <pc:sldMk cId="4047223822" sldId="260"/>
            <ac:spMk id="37" creationId="{43E8FEA2-54EE-4F84-B5DB-A055A7D805EE}"/>
          </ac:spMkLst>
        </pc:spChg>
        <pc:spChg chg="add del">
          <ac:chgData name="ajay poreddy" userId="a76d0cce41846b4c" providerId="LiveId" clId="{11ED0A1D-6224-47A1-A6C6-0C08927262B0}" dt="2024-02-27T05:30:22.662" v="655" actId="26606"/>
          <ac:spMkLst>
            <pc:docMk/>
            <pc:sldMk cId="4047223822" sldId="260"/>
            <ac:spMk id="44" creationId="{2C61293E-6EBE-43EF-A52C-9BEBFD7679D4}"/>
          </ac:spMkLst>
        </pc:spChg>
        <pc:spChg chg="add del">
          <ac:chgData name="ajay poreddy" userId="a76d0cce41846b4c" providerId="LiveId" clId="{11ED0A1D-6224-47A1-A6C6-0C08927262B0}" dt="2024-02-27T05:28:03.591" v="610" actId="26606"/>
          <ac:spMkLst>
            <pc:docMk/>
            <pc:sldMk cId="4047223822" sldId="260"/>
            <ac:spMk id="45" creationId="{9F7D5CDA-D291-4307-BF55-1381FED29634}"/>
          </ac:spMkLst>
        </pc:spChg>
        <pc:spChg chg="add del">
          <ac:chgData name="ajay poreddy" userId="a76d0cce41846b4c" providerId="LiveId" clId="{11ED0A1D-6224-47A1-A6C6-0C08927262B0}" dt="2024-02-27T05:28:03.591" v="610" actId="26606"/>
          <ac:spMkLst>
            <pc:docMk/>
            <pc:sldMk cId="4047223822" sldId="260"/>
            <ac:spMk id="47" creationId="{59B296B9-C5A5-4E4F-9B60-C907B5F1466C}"/>
          </ac:spMkLst>
        </pc:spChg>
        <pc:spChg chg="add del">
          <ac:chgData name="ajay poreddy" userId="a76d0cce41846b4c" providerId="LiveId" clId="{11ED0A1D-6224-47A1-A6C6-0C08927262B0}" dt="2024-02-27T05:28:03.591" v="610" actId="26606"/>
          <ac:spMkLst>
            <pc:docMk/>
            <pc:sldMk cId="4047223822" sldId="260"/>
            <ac:spMk id="48" creationId="{D0300FD3-5AF1-6305-15FA-9078072672E2}"/>
          </ac:spMkLst>
        </pc:spChg>
        <pc:spChg chg="add del">
          <ac:chgData name="ajay poreddy" userId="a76d0cce41846b4c" providerId="LiveId" clId="{11ED0A1D-6224-47A1-A6C6-0C08927262B0}" dt="2024-02-27T05:28:03.591" v="610" actId="26606"/>
          <ac:spMkLst>
            <pc:docMk/>
            <pc:sldMk cId="4047223822" sldId="260"/>
            <ac:spMk id="49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28:07.146" v="612" actId="26606"/>
          <ac:spMkLst>
            <pc:docMk/>
            <pc:sldMk cId="4047223822" sldId="260"/>
            <ac:spMk id="51" creationId="{04C21BAE-6866-4C7A-A7EC-C1B2E572D5BE}"/>
          </ac:spMkLst>
        </pc:spChg>
        <pc:spChg chg="add del">
          <ac:chgData name="ajay poreddy" userId="a76d0cce41846b4c" providerId="LiveId" clId="{11ED0A1D-6224-47A1-A6C6-0C08927262B0}" dt="2024-02-27T05:28:07.146" v="612" actId="26606"/>
          <ac:spMkLst>
            <pc:docMk/>
            <pc:sldMk cId="4047223822" sldId="260"/>
            <ac:spMk id="53" creationId="{7E7D0C94-08B4-48AE-8813-CC4D60294F42}"/>
          </ac:spMkLst>
        </pc:spChg>
        <pc:spChg chg="add del">
          <ac:chgData name="ajay poreddy" userId="a76d0cce41846b4c" providerId="LiveId" clId="{11ED0A1D-6224-47A1-A6C6-0C08927262B0}" dt="2024-02-27T05:28:07.146" v="612" actId="26606"/>
          <ac:spMkLst>
            <pc:docMk/>
            <pc:sldMk cId="4047223822" sldId="260"/>
            <ac:spMk id="54" creationId="{F0C518C2-0AA4-470C-87B9-9CBF428FBA25}"/>
          </ac:spMkLst>
        </pc:spChg>
        <pc:spChg chg="add del">
          <ac:chgData name="ajay poreddy" userId="a76d0cce41846b4c" providerId="LiveId" clId="{11ED0A1D-6224-47A1-A6C6-0C08927262B0}" dt="2024-02-27T05:28:07.146" v="612" actId="26606"/>
          <ac:spMkLst>
            <pc:docMk/>
            <pc:sldMk cId="4047223822" sldId="260"/>
            <ac:spMk id="55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30:22.662" v="655" actId="26606"/>
          <ac:spMkLst>
            <pc:docMk/>
            <pc:sldMk cId="4047223822" sldId="260"/>
            <ac:spMk id="56" creationId="{21540236-BFD5-4A9D-8840-4703E7F76825}"/>
          </ac:spMkLst>
        </pc:spChg>
        <pc:spChg chg="add del">
          <ac:chgData name="ajay poreddy" userId="a76d0cce41846b4c" providerId="LiveId" clId="{11ED0A1D-6224-47A1-A6C6-0C08927262B0}" dt="2024-02-27T05:28:19.054" v="614" actId="26606"/>
          <ac:spMkLst>
            <pc:docMk/>
            <pc:sldMk cId="4047223822" sldId="260"/>
            <ac:spMk id="57" creationId="{B210AC1D-4063-4C6E-9528-FA9C4C0C18E6}"/>
          </ac:spMkLst>
        </pc:spChg>
        <pc:spChg chg="add del">
          <ac:chgData name="ajay poreddy" userId="a76d0cce41846b4c" providerId="LiveId" clId="{11ED0A1D-6224-47A1-A6C6-0C08927262B0}" dt="2024-02-27T05:28:19.054" v="614" actId="26606"/>
          <ac:spMkLst>
            <pc:docMk/>
            <pc:sldMk cId="4047223822" sldId="260"/>
            <ac:spMk id="58" creationId="{02F8C595-E68C-4306-AED8-DC7826A0A506}"/>
          </ac:spMkLst>
        </pc:spChg>
        <pc:spChg chg="add del">
          <ac:chgData name="ajay poreddy" userId="a76d0cce41846b4c" providerId="LiveId" clId="{11ED0A1D-6224-47A1-A6C6-0C08927262B0}" dt="2024-02-27T05:28:19.054" v="614" actId="26606"/>
          <ac:spMkLst>
            <pc:docMk/>
            <pc:sldMk cId="4047223822" sldId="260"/>
            <ac:spMk id="60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30:22.662" v="655" actId="26606"/>
          <ac:spMkLst>
            <pc:docMk/>
            <pc:sldMk cId="4047223822" sldId="260"/>
            <ac:spMk id="61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28:19.845" v="616" actId="26606"/>
          <ac:spMkLst>
            <pc:docMk/>
            <pc:sldMk cId="4047223822" sldId="260"/>
            <ac:spMk id="63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30:35.337" v="657" actId="26606"/>
          <ac:spMkLst>
            <pc:docMk/>
            <pc:sldMk cId="4047223822" sldId="260"/>
            <ac:spMk id="65" creationId="{7DE220E6-BA55-4F04-B3C4-F4985F3E77AF}"/>
          </ac:spMkLst>
        </pc:spChg>
        <pc:spChg chg="add del">
          <ac:chgData name="ajay poreddy" userId="a76d0cce41846b4c" providerId="LiveId" clId="{11ED0A1D-6224-47A1-A6C6-0C08927262B0}" dt="2024-02-27T05:28:24.668" v="618" actId="26606"/>
          <ac:spMkLst>
            <pc:docMk/>
            <pc:sldMk cId="4047223822" sldId="260"/>
            <ac:spMk id="66" creationId="{53B021B3-DE93-4AB7-8A18-CF5F1CED88B8}"/>
          </ac:spMkLst>
        </pc:spChg>
        <pc:spChg chg="add del">
          <ac:chgData name="ajay poreddy" userId="a76d0cce41846b4c" providerId="LiveId" clId="{11ED0A1D-6224-47A1-A6C6-0C08927262B0}" dt="2024-02-27T05:28:24.668" v="618" actId="26606"/>
          <ac:spMkLst>
            <pc:docMk/>
            <pc:sldMk cId="4047223822" sldId="260"/>
            <ac:spMk id="67" creationId="{52D502E5-F6B4-4D58-B4AE-FC466FF15EE8}"/>
          </ac:spMkLst>
        </pc:spChg>
        <pc:spChg chg="add del">
          <ac:chgData name="ajay poreddy" userId="a76d0cce41846b4c" providerId="LiveId" clId="{11ED0A1D-6224-47A1-A6C6-0C08927262B0}" dt="2024-02-27T05:28:24.668" v="618" actId="26606"/>
          <ac:spMkLst>
            <pc:docMk/>
            <pc:sldMk cId="4047223822" sldId="260"/>
            <ac:spMk id="68" creationId="{9DECDBF4-02B6-4BB4-B65B-B8107AD6A9E8}"/>
          </ac:spMkLst>
        </pc:spChg>
        <pc:spChg chg="add del">
          <ac:chgData name="ajay poreddy" userId="a76d0cce41846b4c" providerId="LiveId" clId="{11ED0A1D-6224-47A1-A6C6-0C08927262B0}" dt="2024-02-27T05:30:35.337" v="657" actId="26606"/>
          <ac:spMkLst>
            <pc:docMk/>
            <pc:sldMk cId="4047223822" sldId="260"/>
            <ac:spMk id="70" creationId="{5AE190BC-D2FD-433E-AB89-0DF68EFD6D09}"/>
          </ac:spMkLst>
        </pc:spChg>
        <pc:spChg chg="add del">
          <ac:chgData name="ajay poreddy" userId="a76d0cce41846b4c" providerId="LiveId" clId="{11ED0A1D-6224-47A1-A6C6-0C08927262B0}" dt="2024-02-27T05:28:33.568" v="620" actId="26606"/>
          <ac:spMkLst>
            <pc:docMk/>
            <pc:sldMk cId="4047223822" sldId="260"/>
            <ac:spMk id="71" creationId="{35DB3719-6FDC-4E5D-891D-FF40B7300F64}"/>
          </ac:spMkLst>
        </pc:spChg>
        <pc:spChg chg="add del">
          <ac:chgData name="ajay poreddy" userId="a76d0cce41846b4c" providerId="LiveId" clId="{11ED0A1D-6224-47A1-A6C6-0C08927262B0}" dt="2024-02-27T05:28:33.568" v="620" actId="26606"/>
          <ac:spMkLst>
            <pc:docMk/>
            <pc:sldMk cId="4047223822" sldId="260"/>
            <ac:spMk id="72" creationId="{E0CBAC23-2E3F-4A90-BA59-F8299F6A5439}"/>
          </ac:spMkLst>
        </pc:spChg>
        <pc:spChg chg="add del">
          <ac:chgData name="ajay poreddy" userId="a76d0cce41846b4c" providerId="LiveId" clId="{11ED0A1D-6224-47A1-A6C6-0C08927262B0}" dt="2024-02-27T05:30:35.337" v="657" actId="26606"/>
          <ac:spMkLst>
            <pc:docMk/>
            <pc:sldMk cId="4047223822" sldId="260"/>
            <ac:spMk id="74" creationId="{43E8FEA2-54EE-4F84-B5DB-A055A7D805EE}"/>
          </ac:spMkLst>
        </pc:spChg>
        <pc:spChg chg="add del">
          <ac:chgData name="ajay poreddy" userId="a76d0cce41846b4c" providerId="LiveId" clId="{11ED0A1D-6224-47A1-A6C6-0C08927262B0}" dt="2024-02-27T05:28:37.231" v="622" actId="26606"/>
          <ac:spMkLst>
            <pc:docMk/>
            <pc:sldMk cId="4047223822" sldId="260"/>
            <ac:spMk id="75" creationId="{01D4315C-C23C-4FD3-98DF-08C29E2292A8}"/>
          </ac:spMkLst>
        </pc:spChg>
        <pc:spChg chg="add del">
          <ac:chgData name="ajay poreddy" userId="a76d0cce41846b4c" providerId="LiveId" clId="{11ED0A1D-6224-47A1-A6C6-0C08927262B0}" dt="2024-02-27T05:30:35.337" v="657" actId="26606"/>
          <ac:spMkLst>
            <pc:docMk/>
            <pc:sldMk cId="4047223822" sldId="260"/>
            <ac:spMk id="78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30:49.398" v="659" actId="26606"/>
          <ac:spMkLst>
            <pc:docMk/>
            <pc:sldMk cId="4047223822" sldId="260"/>
            <ac:spMk id="80" creationId="{2C61293E-6EBE-43EF-A52C-9BEBFD7679D4}"/>
          </ac:spMkLst>
        </pc:spChg>
        <pc:spChg chg="add del">
          <ac:chgData name="ajay poreddy" userId="a76d0cce41846b4c" providerId="LiveId" clId="{11ED0A1D-6224-47A1-A6C6-0C08927262B0}" dt="2024-02-27T05:30:49.398" v="659" actId="26606"/>
          <ac:spMkLst>
            <pc:docMk/>
            <pc:sldMk cId="4047223822" sldId="260"/>
            <ac:spMk id="82" creationId="{21540236-BFD5-4A9D-8840-4703E7F76825}"/>
          </ac:spMkLst>
        </pc:spChg>
        <pc:spChg chg="add del">
          <ac:chgData name="ajay poreddy" userId="a76d0cce41846b4c" providerId="LiveId" clId="{11ED0A1D-6224-47A1-A6C6-0C08927262B0}" dt="2024-02-27T05:30:49.398" v="659" actId="26606"/>
          <ac:spMkLst>
            <pc:docMk/>
            <pc:sldMk cId="4047223822" sldId="260"/>
            <ac:spMk id="83" creationId="{3A09654F-7435-23FC-130E-93A287F3C7C7}"/>
          </ac:spMkLst>
        </pc:spChg>
        <pc:spChg chg="add">
          <ac:chgData name="ajay poreddy" userId="a76d0cce41846b4c" providerId="LiveId" clId="{11ED0A1D-6224-47A1-A6C6-0C08927262B0}" dt="2024-02-27T05:30:56.661" v="660" actId="26606"/>
          <ac:spMkLst>
            <pc:docMk/>
            <pc:sldMk cId="4047223822" sldId="260"/>
            <ac:spMk id="84" creationId="{21540236-BFD5-4A9D-8840-4703E7F76825}"/>
          </ac:spMkLst>
        </pc:spChg>
        <pc:spChg chg="add del">
          <ac:chgData name="ajay poreddy" userId="a76d0cce41846b4c" providerId="LiveId" clId="{11ED0A1D-6224-47A1-A6C6-0C08927262B0}" dt="2024-02-27T05:28:37.231" v="622" actId="26606"/>
          <ac:spMkLst>
            <pc:docMk/>
            <pc:sldMk cId="4047223822" sldId="260"/>
            <ac:spMk id="85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28:40.009" v="624" actId="26606"/>
          <ac:spMkLst>
            <pc:docMk/>
            <pc:sldMk cId="4047223822" sldId="260"/>
            <ac:spMk id="87" creationId="{3A09654F-7435-23FC-130E-93A287F3C7C7}"/>
          </ac:spMkLst>
        </pc:spChg>
        <pc:spChg chg="add del mod ord">
          <ac:chgData name="ajay poreddy" userId="a76d0cce41846b4c" providerId="LiveId" clId="{11ED0A1D-6224-47A1-A6C6-0C08927262B0}" dt="2024-02-27T05:29:13.432" v="640" actId="26606"/>
          <ac:spMkLst>
            <pc:docMk/>
            <pc:sldMk cId="4047223822" sldId="260"/>
            <ac:spMk id="93" creationId="{3A09654F-7435-23FC-130E-93A287F3C7C7}"/>
          </ac:spMkLst>
        </pc:spChg>
        <pc:spChg chg="add del">
          <ac:chgData name="ajay poreddy" userId="a76d0cce41846b4c" providerId="LiveId" clId="{11ED0A1D-6224-47A1-A6C6-0C08927262B0}" dt="2024-02-27T05:29:13.432" v="640" actId="26606"/>
          <ac:spMkLst>
            <pc:docMk/>
            <pc:sldMk cId="4047223822" sldId="260"/>
            <ac:spMk id="95" creationId="{AE3A741D-C19B-960A-5803-1C5887147820}"/>
          </ac:spMkLst>
        </pc:spChg>
        <pc:spChg chg="add del">
          <ac:chgData name="ajay poreddy" userId="a76d0cce41846b4c" providerId="LiveId" clId="{11ED0A1D-6224-47A1-A6C6-0C08927262B0}" dt="2024-02-27T05:29:13.432" v="640" actId="26606"/>
          <ac:spMkLst>
            <pc:docMk/>
            <pc:sldMk cId="4047223822" sldId="260"/>
            <ac:spMk id="96" creationId="{9C3A50E9-9119-7BC3-083B-2D84CCC78E47}"/>
          </ac:spMkLst>
        </pc:spChg>
        <pc:spChg chg="add del">
          <ac:chgData name="ajay poreddy" userId="a76d0cce41846b4c" providerId="LiveId" clId="{11ED0A1D-6224-47A1-A6C6-0C08927262B0}" dt="2024-02-27T05:29:13.432" v="640" actId="26606"/>
          <ac:spMkLst>
            <pc:docMk/>
            <pc:sldMk cId="4047223822" sldId="260"/>
            <ac:spMk id="97" creationId="{DC39DE25-0E4E-0AA7-0932-1D78C2372786}"/>
          </ac:spMkLst>
        </pc:spChg>
        <pc:spChg chg="add del">
          <ac:chgData name="ajay poreddy" userId="a76d0cce41846b4c" providerId="LiveId" clId="{11ED0A1D-6224-47A1-A6C6-0C08927262B0}" dt="2024-02-27T05:29:03.170" v="631" actId="26606"/>
          <ac:spMkLst>
            <pc:docMk/>
            <pc:sldMk cId="4047223822" sldId="260"/>
            <ac:spMk id="104" creationId="{DC39DE25-0E4E-0AA7-0932-1D78C2372786}"/>
          </ac:spMkLst>
        </pc:spChg>
        <pc:spChg chg="add del">
          <ac:chgData name="ajay poreddy" userId="a76d0cce41846b4c" providerId="LiveId" clId="{11ED0A1D-6224-47A1-A6C6-0C08927262B0}" dt="2024-02-27T05:29:01.442" v="629" actId="26606"/>
          <ac:spMkLst>
            <pc:docMk/>
            <pc:sldMk cId="4047223822" sldId="260"/>
            <ac:spMk id="106" creationId="{B210AC1D-4063-4C6E-9528-FA9C4C0C18E6}"/>
          </ac:spMkLst>
        </pc:spChg>
        <pc:spChg chg="add del">
          <ac:chgData name="ajay poreddy" userId="a76d0cce41846b4c" providerId="LiveId" clId="{11ED0A1D-6224-47A1-A6C6-0C08927262B0}" dt="2024-02-27T05:29:01.442" v="629" actId="26606"/>
          <ac:spMkLst>
            <pc:docMk/>
            <pc:sldMk cId="4047223822" sldId="260"/>
            <ac:spMk id="107" creationId="{02F8C595-E68C-4306-AED8-DC7826A0A506}"/>
          </ac:spMkLst>
        </pc:spChg>
        <pc:spChg chg="add del">
          <ac:chgData name="ajay poreddy" userId="a76d0cce41846b4c" providerId="LiveId" clId="{11ED0A1D-6224-47A1-A6C6-0C08927262B0}" dt="2024-02-27T05:29:12.757" v="639" actId="26606"/>
          <ac:spMkLst>
            <pc:docMk/>
            <pc:sldMk cId="4047223822" sldId="260"/>
            <ac:spMk id="108" creationId="{8D6EA299-0840-6DEA-E670-C49AEBC87E89}"/>
          </ac:spMkLst>
        </pc:spChg>
        <pc:spChg chg="add del">
          <ac:chgData name="ajay poreddy" userId="a76d0cce41846b4c" providerId="LiveId" clId="{11ED0A1D-6224-47A1-A6C6-0C08927262B0}" dt="2024-02-27T05:29:03.170" v="631" actId="26606"/>
          <ac:spMkLst>
            <pc:docMk/>
            <pc:sldMk cId="4047223822" sldId="260"/>
            <ac:spMk id="109" creationId="{AE3A741D-C19B-960A-5803-1C5887147820}"/>
          </ac:spMkLst>
        </pc:spChg>
        <pc:spChg chg="add del">
          <ac:chgData name="ajay poreddy" userId="a76d0cce41846b4c" providerId="LiveId" clId="{11ED0A1D-6224-47A1-A6C6-0C08927262B0}" dt="2024-02-27T05:29:03.170" v="631" actId="26606"/>
          <ac:spMkLst>
            <pc:docMk/>
            <pc:sldMk cId="4047223822" sldId="260"/>
            <ac:spMk id="110" creationId="{8D6EA299-0840-6DEA-E670-C49AEBC87E89}"/>
          </ac:spMkLst>
        </pc:spChg>
        <pc:spChg chg="add del">
          <ac:chgData name="ajay poreddy" userId="a76d0cce41846b4c" providerId="LiveId" clId="{11ED0A1D-6224-47A1-A6C6-0C08927262B0}" dt="2024-02-27T05:29:03.564" v="633" actId="26606"/>
          <ac:spMkLst>
            <pc:docMk/>
            <pc:sldMk cId="4047223822" sldId="260"/>
            <ac:spMk id="112" creationId="{B210AC1D-4063-4C6E-9528-FA9C4C0C18E6}"/>
          </ac:spMkLst>
        </pc:spChg>
        <pc:spChg chg="add del">
          <ac:chgData name="ajay poreddy" userId="a76d0cce41846b4c" providerId="LiveId" clId="{11ED0A1D-6224-47A1-A6C6-0C08927262B0}" dt="2024-02-27T05:29:03.564" v="633" actId="26606"/>
          <ac:spMkLst>
            <pc:docMk/>
            <pc:sldMk cId="4047223822" sldId="260"/>
            <ac:spMk id="113" creationId="{02F8C595-E68C-4306-AED8-DC7826A0A506}"/>
          </ac:spMkLst>
        </pc:spChg>
        <pc:spChg chg="add del">
          <ac:chgData name="ajay poreddy" userId="a76d0cce41846b4c" providerId="LiveId" clId="{11ED0A1D-6224-47A1-A6C6-0C08927262B0}" dt="2024-02-27T05:29:05.700" v="635" actId="26606"/>
          <ac:spMkLst>
            <pc:docMk/>
            <pc:sldMk cId="4047223822" sldId="260"/>
            <ac:spMk id="115" creationId="{AE3A741D-C19B-960A-5803-1C5887147820}"/>
          </ac:spMkLst>
        </pc:spChg>
        <pc:spChg chg="add del">
          <ac:chgData name="ajay poreddy" userId="a76d0cce41846b4c" providerId="LiveId" clId="{11ED0A1D-6224-47A1-A6C6-0C08927262B0}" dt="2024-02-27T05:29:05.700" v="635" actId="26606"/>
          <ac:spMkLst>
            <pc:docMk/>
            <pc:sldMk cId="4047223822" sldId="260"/>
            <ac:spMk id="116" creationId="{DC39DE25-0E4E-0AA7-0932-1D78C2372786}"/>
          </ac:spMkLst>
        </pc:spChg>
        <pc:spChg chg="add del">
          <ac:chgData name="ajay poreddy" userId="a76d0cce41846b4c" providerId="LiveId" clId="{11ED0A1D-6224-47A1-A6C6-0C08927262B0}" dt="2024-02-27T05:29:05.700" v="635" actId="26606"/>
          <ac:spMkLst>
            <pc:docMk/>
            <pc:sldMk cId="4047223822" sldId="260"/>
            <ac:spMk id="117" creationId="{8D6EA299-0840-6DEA-E670-C49AEBC87E89}"/>
          </ac:spMkLst>
        </pc:spChg>
        <pc:spChg chg="add del">
          <ac:chgData name="ajay poreddy" userId="a76d0cce41846b4c" providerId="LiveId" clId="{11ED0A1D-6224-47A1-A6C6-0C08927262B0}" dt="2024-02-27T05:29:08.953" v="637" actId="26606"/>
          <ac:spMkLst>
            <pc:docMk/>
            <pc:sldMk cId="4047223822" sldId="260"/>
            <ac:spMk id="119" creationId="{4F7EBAE4-9945-4473-9E34-B2C66EA0F03D}"/>
          </ac:spMkLst>
        </pc:spChg>
        <pc:spChg chg="add del">
          <ac:chgData name="ajay poreddy" userId="a76d0cce41846b4c" providerId="LiveId" clId="{11ED0A1D-6224-47A1-A6C6-0C08927262B0}" dt="2024-02-27T05:29:08.953" v="637" actId="26606"/>
          <ac:spMkLst>
            <pc:docMk/>
            <pc:sldMk cId="4047223822" sldId="260"/>
            <ac:spMk id="120" creationId="{70BEB1E7-2F88-40BC-B73D-42E5B6F80BFC}"/>
          </ac:spMkLst>
        </pc:spChg>
        <pc:spChg chg="add del">
          <ac:chgData name="ajay poreddy" userId="a76d0cce41846b4c" providerId="LiveId" clId="{11ED0A1D-6224-47A1-A6C6-0C08927262B0}" dt="2024-02-27T05:29:08.953" v="637" actId="26606"/>
          <ac:spMkLst>
            <pc:docMk/>
            <pc:sldMk cId="4047223822" sldId="260"/>
            <ac:spMk id="121" creationId="{A7B99495-F43F-4D80-A44F-2CB4764EB90B}"/>
          </ac:spMkLst>
        </pc:spChg>
        <pc:spChg chg="add del">
          <ac:chgData name="ajay poreddy" userId="a76d0cce41846b4c" providerId="LiveId" clId="{11ED0A1D-6224-47A1-A6C6-0C08927262B0}" dt="2024-02-27T05:29:12.757" v="639" actId="26606"/>
          <ac:spMkLst>
            <pc:docMk/>
            <pc:sldMk cId="4047223822" sldId="260"/>
            <ac:spMk id="123" creationId="{AE3A741D-C19B-960A-5803-1C5887147820}"/>
          </ac:spMkLst>
        </pc:spChg>
        <pc:spChg chg="add del">
          <ac:chgData name="ajay poreddy" userId="a76d0cce41846b4c" providerId="LiveId" clId="{11ED0A1D-6224-47A1-A6C6-0C08927262B0}" dt="2024-02-27T05:29:12.757" v="639" actId="26606"/>
          <ac:spMkLst>
            <pc:docMk/>
            <pc:sldMk cId="4047223822" sldId="260"/>
            <ac:spMk id="124" creationId="{9C3A50E9-9119-7BC3-083B-2D84CCC78E47}"/>
          </ac:spMkLst>
        </pc:spChg>
        <pc:spChg chg="add del">
          <ac:chgData name="ajay poreddy" userId="a76d0cce41846b4c" providerId="LiveId" clId="{11ED0A1D-6224-47A1-A6C6-0C08927262B0}" dt="2024-02-27T05:29:12.757" v="639" actId="26606"/>
          <ac:spMkLst>
            <pc:docMk/>
            <pc:sldMk cId="4047223822" sldId="260"/>
            <ac:spMk id="125" creationId="{DC39DE25-0E4E-0AA7-0932-1D78C2372786}"/>
          </ac:spMkLst>
        </pc:spChg>
        <pc:grpChg chg="add del">
          <ac:chgData name="ajay poreddy" userId="a76d0cce41846b4c" providerId="LiveId" clId="{11ED0A1D-6224-47A1-A6C6-0C08927262B0}" dt="2024-02-27T05:27:41.662" v="600" actId="26606"/>
          <ac:grpSpMkLst>
            <pc:docMk/>
            <pc:sldMk cId="4047223822" sldId="260"/>
            <ac:grpSpMk id="27" creationId="{C5F6476F-D303-44D3-B30F-1BA348F0F64A}"/>
          </ac:grpSpMkLst>
        </pc:grpChg>
        <pc:grpChg chg="add del">
          <ac:chgData name="ajay poreddy" userId="a76d0cce41846b4c" providerId="LiveId" clId="{11ED0A1D-6224-47A1-A6C6-0C08927262B0}" dt="2024-02-27T05:29:38.469" v="647" actId="26606"/>
          <ac:grpSpMkLst>
            <pc:docMk/>
            <pc:sldMk cId="4047223822" sldId="260"/>
            <ac:grpSpMk id="28" creationId="{16C73AF9-0D33-5C66-5D79-0D0129904B31}"/>
          </ac:grpSpMkLst>
        </pc:grpChg>
        <pc:grpChg chg="add del">
          <ac:chgData name="ajay poreddy" userId="a76d0cce41846b4c" providerId="LiveId" clId="{11ED0A1D-6224-47A1-A6C6-0C08927262B0}" dt="2024-02-27T05:27:44.566" v="602" actId="26606"/>
          <ac:grpSpMkLst>
            <pc:docMk/>
            <pc:sldMk cId="4047223822" sldId="260"/>
            <ac:grpSpMk id="34" creationId="{C5F6476F-D303-44D3-B30F-1BA348F0F64A}"/>
          </ac:grpSpMkLst>
        </pc:grpChg>
        <pc:grpChg chg="add del">
          <ac:chgData name="ajay poreddy" userId="a76d0cce41846b4c" providerId="LiveId" clId="{11ED0A1D-6224-47A1-A6C6-0C08927262B0}" dt="2024-02-27T05:28:37.231" v="622" actId="26606"/>
          <ac:grpSpMkLst>
            <pc:docMk/>
            <pc:sldMk cId="4047223822" sldId="260"/>
            <ac:grpSpMk id="76" creationId="{5E6B47BC-43FD-4C91-8BFF-B41B99A8A39E}"/>
          </ac:grpSpMkLst>
        </pc:grpChg>
        <pc:grpChg chg="add del">
          <ac:chgData name="ajay poreddy" userId="a76d0cce41846b4c" providerId="LiveId" clId="{11ED0A1D-6224-47A1-A6C6-0C08927262B0}" dt="2024-02-27T05:28:37.231" v="622" actId="26606"/>
          <ac:grpSpMkLst>
            <pc:docMk/>
            <pc:sldMk cId="4047223822" sldId="260"/>
            <ac:grpSpMk id="79" creationId="{43F5E015-E085-4624-B431-B42414448684}"/>
          </ac:grpSpMkLst>
        </pc:grpChg>
        <pc:grpChg chg="add del">
          <ac:chgData name="ajay poreddy" userId="a76d0cce41846b4c" providerId="LiveId" clId="{11ED0A1D-6224-47A1-A6C6-0C08927262B0}" dt="2024-02-27T05:28:40.009" v="624" actId="26606"/>
          <ac:grpSpMkLst>
            <pc:docMk/>
            <pc:sldMk cId="4047223822" sldId="260"/>
            <ac:grpSpMk id="89" creationId="{A5AFD70F-20E3-55D2-E154-7D4FACFBB016}"/>
          </ac:grpSpMkLst>
        </pc:grpChg>
        <pc:grpChg chg="add del">
          <ac:chgData name="ajay poreddy" userId="a76d0cce41846b4c" providerId="LiveId" clId="{11ED0A1D-6224-47A1-A6C6-0C08927262B0}" dt="2024-02-27T05:29:00.207" v="627" actId="26606"/>
          <ac:grpSpMkLst>
            <pc:docMk/>
            <pc:sldMk cId="4047223822" sldId="260"/>
            <ac:grpSpMk id="102" creationId="{C54A2A4D-19EF-3552-F383-6AD9587C8AFC}"/>
          </ac:grpSpMkLst>
        </pc:grpChg>
        <pc:graphicFrameChg chg="add del">
          <ac:chgData name="ajay poreddy" userId="a76d0cce41846b4c" providerId="LiveId" clId="{11ED0A1D-6224-47A1-A6C6-0C08927262B0}" dt="2024-02-27T05:27:50.227" v="604" actId="26606"/>
          <ac:graphicFrameMkLst>
            <pc:docMk/>
            <pc:sldMk cId="4047223822" sldId="260"/>
            <ac:graphicFrameMk id="39" creationId="{4F83C9E1-1BAB-4828-B400-17FE65E4736C}"/>
          </ac:graphicFrameMkLst>
        </pc:graphicFrameChg>
        <pc:graphicFrameChg chg="add del">
          <ac:chgData name="ajay poreddy" userId="a76d0cce41846b4c" providerId="LiveId" clId="{11ED0A1D-6224-47A1-A6C6-0C08927262B0}" dt="2024-02-27T05:29:49.888" v="651" actId="26606"/>
          <ac:graphicFrameMkLst>
            <pc:docMk/>
            <pc:sldMk cId="4047223822" sldId="260"/>
            <ac:graphicFrameMk id="40" creationId="{4F4EC26C-A57F-5427-3AC1-F5B07E01A7F8}"/>
          </ac:graphicFrameMkLst>
        </pc:graphicFrameChg>
        <pc:graphicFrameChg chg="add del">
          <ac:chgData name="ajay poreddy" userId="a76d0cce41846b4c" providerId="LiveId" clId="{11ED0A1D-6224-47A1-A6C6-0C08927262B0}" dt="2024-02-27T05:27:52.292" v="606" actId="26606"/>
          <ac:graphicFrameMkLst>
            <pc:docMk/>
            <pc:sldMk cId="4047223822" sldId="260"/>
            <ac:graphicFrameMk id="41" creationId="{CFACEAF1-CEBE-BCF2-80D1-08B9DAE92BB0}"/>
          </ac:graphicFrameMkLst>
        </pc:graphicFrameChg>
        <pc:graphicFrameChg chg="add del">
          <ac:chgData name="ajay poreddy" userId="a76d0cce41846b4c" providerId="LiveId" clId="{11ED0A1D-6224-47A1-A6C6-0C08927262B0}" dt="2024-02-27T05:29:55.900" v="653" actId="26606"/>
          <ac:graphicFrameMkLst>
            <pc:docMk/>
            <pc:sldMk cId="4047223822" sldId="260"/>
            <ac:graphicFrameMk id="42" creationId="{09F46AFC-1EFF-289A-8B43-7889FFEDBC1D}"/>
          </ac:graphicFrameMkLst>
        </pc:graphicFrameChg>
        <pc:graphicFrameChg chg="add del">
          <ac:chgData name="ajay poreddy" userId="a76d0cce41846b4c" providerId="LiveId" clId="{11ED0A1D-6224-47A1-A6C6-0C08927262B0}" dt="2024-02-27T05:27:58.237" v="608" actId="26606"/>
          <ac:graphicFrameMkLst>
            <pc:docMk/>
            <pc:sldMk cId="4047223822" sldId="260"/>
            <ac:graphicFrameMk id="43" creationId="{2A875040-C731-CE3B-8558-4F0F1A39C5C3}"/>
          </ac:graphicFrameMkLst>
        </pc:graphicFrameChg>
        <pc:graphicFrameChg chg="add del">
          <ac:chgData name="ajay poreddy" userId="a76d0cce41846b4c" providerId="LiveId" clId="{11ED0A1D-6224-47A1-A6C6-0C08927262B0}" dt="2024-02-27T05:28:24.668" v="618" actId="26606"/>
          <ac:graphicFrameMkLst>
            <pc:docMk/>
            <pc:sldMk cId="4047223822" sldId="260"/>
            <ac:graphicFrameMk id="69" creationId="{99EE2700-9A19-C5AB-2703-2A48A41432C5}"/>
          </ac:graphicFrameMkLst>
        </pc:graphicFrameChg>
        <pc:graphicFrameChg chg="add del">
          <ac:chgData name="ajay poreddy" userId="a76d0cce41846b4c" providerId="LiveId" clId="{11ED0A1D-6224-47A1-A6C6-0C08927262B0}" dt="2024-02-27T05:28:33.568" v="620" actId="26606"/>
          <ac:graphicFrameMkLst>
            <pc:docMk/>
            <pc:sldMk cId="4047223822" sldId="260"/>
            <ac:graphicFrameMk id="73" creationId="{AF2A4D79-3FBC-5263-B7DC-06C8376B0541}"/>
          </ac:graphicFrameMkLst>
        </pc:graphicFrameChg>
        <pc:picChg chg="add del mod ord">
          <ac:chgData name="ajay poreddy" userId="a76d0cce41846b4c" providerId="LiveId" clId="{11ED0A1D-6224-47A1-A6C6-0C08927262B0}" dt="2024-02-27T05:26:03.514" v="583" actId="22"/>
          <ac:picMkLst>
            <pc:docMk/>
            <pc:sldMk cId="4047223822" sldId="260"/>
            <ac:picMk id="5" creationId="{35CDB837-5E0D-7F54-E293-EDE7B74EA857}"/>
          </ac:picMkLst>
        </pc:picChg>
        <pc:picChg chg="add del">
          <ac:chgData name="ajay poreddy" userId="a76d0cce41846b4c" providerId="LiveId" clId="{11ED0A1D-6224-47A1-A6C6-0C08927262B0}" dt="2024-02-27T05:27:23.318" v="590" actId="26606"/>
          <ac:picMkLst>
            <pc:docMk/>
            <pc:sldMk cId="4047223822" sldId="260"/>
            <ac:picMk id="6" creationId="{5FE6BF49-B731-081D-CD0A-147D46AADFF2}"/>
          </ac:picMkLst>
        </pc:picChg>
        <pc:picChg chg="add del">
          <ac:chgData name="ajay poreddy" userId="a76d0cce41846b4c" providerId="LiveId" clId="{11ED0A1D-6224-47A1-A6C6-0C08927262B0}" dt="2024-02-27T05:27:41.662" v="600" actId="26606"/>
          <ac:picMkLst>
            <pc:docMk/>
            <pc:sldMk cId="4047223822" sldId="260"/>
            <ac:picMk id="7" creationId="{8596FA8A-DB8E-31BE-1724-7DE31D61CB7E}"/>
          </ac:picMkLst>
        </pc:picChg>
        <pc:picChg chg="add del">
          <ac:chgData name="ajay poreddy" userId="a76d0cce41846b4c" providerId="LiveId" clId="{11ED0A1D-6224-47A1-A6C6-0C08927262B0}" dt="2024-02-27T05:27:28.632" v="592" actId="26606"/>
          <ac:picMkLst>
            <pc:docMk/>
            <pc:sldMk cId="4047223822" sldId="260"/>
            <ac:picMk id="14" creationId="{95B95BFD-6587-8CC9-0927-590997D29E12}"/>
          </ac:picMkLst>
        </pc:picChg>
        <pc:picChg chg="add del">
          <ac:chgData name="ajay poreddy" userId="a76d0cce41846b4c" providerId="LiveId" clId="{11ED0A1D-6224-47A1-A6C6-0C08927262B0}" dt="2024-02-27T05:27:30.385" v="594" actId="26606"/>
          <ac:picMkLst>
            <pc:docMk/>
            <pc:sldMk cId="4047223822" sldId="260"/>
            <ac:picMk id="18" creationId="{5FE6BF49-B731-081D-CD0A-147D46AADFF2}"/>
          </ac:picMkLst>
        </pc:picChg>
        <pc:picChg chg="add del">
          <ac:chgData name="ajay poreddy" userId="a76d0cce41846b4c" providerId="LiveId" clId="{11ED0A1D-6224-47A1-A6C6-0C08927262B0}" dt="2024-02-27T05:27:30.983" v="596" actId="26606"/>
          <ac:picMkLst>
            <pc:docMk/>
            <pc:sldMk cId="4047223822" sldId="260"/>
            <ac:picMk id="21" creationId="{95B95BFD-6587-8CC9-0927-590997D29E12}"/>
          </ac:picMkLst>
        </pc:picChg>
        <pc:picChg chg="add del">
          <ac:chgData name="ajay poreddy" userId="a76d0cce41846b4c" providerId="LiveId" clId="{11ED0A1D-6224-47A1-A6C6-0C08927262B0}" dt="2024-02-27T05:29:36.424" v="645" actId="26606"/>
          <ac:picMkLst>
            <pc:docMk/>
            <pc:sldMk cId="4047223822" sldId="260"/>
            <ac:picMk id="22" creationId="{5B89BD15-F7C0-8916-24A6-C1E20F12C088}"/>
          </ac:picMkLst>
        </pc:picChg>
        <pc:picChg chg="add del">
          <ac:chgData name="ajay poreddy" userId="a76d0cce41846b4c" providerId="LiveId" clId="{11ED0A1D-6224-47A1-A6C6-0C08927262B0}" dt="2024-02-27T05:27:35.242" v="598" actId="26606"/>
          <ac:picMkLst>
            <pc:docMk/>
            <pc:sldMk cId="4047223822" sldId="260"/>
            <ac:picMk id="24" creationId="{30B39313-602F-A30E-9F5D-88784A270129}"/>
          </ac:picMkLst>
        </pc:picChg>
        <pc:picChg chg="add del">
          <ac:chgData name="ajay poreddy" userId="a76d0cce41846b4c" providerId="LiveId" clId="{11ED0A1D-6224-47A1-A6C6-0C08927262B0}" dt="2024-02-27T05:29:38.469" v="647" actId="26606"/>
          <ac:picMkLst>
            <pc:docMk/>
            <pc:sldMk cId="4047223822" sldId="260"/>
            <ac:picMk id="26" creationId="{761E5CB0-9244-42E1-8138-A411FBABAEBC}"/>
          </ac:picMkLst>
        </pc:picChg>
        <pc:picChg chg="add">
          <ac:chgData name="ajay poreddy" userId="a76d0cce41846b4c" providerId="LiveId" clId="{11ED0A1D-6224-47A1-A6C6-0C08927262B0}" dt="2024-02-27T05:30:56.661" v="660" actId="26606"/>
          <ac:picMkLst>
            <pc:docMk/>
            <pc:sldMk cId="4047223822" sldId="260"/>
            <ac:picMk id="30" creationId="{FB424E9B-4BE6-04E4-AE6A-D2D78B7B69C9}"/>
          </ac:picMkLst>
        </pc:picChg>
        <pc:picChg chg="add del">
          <ac:chgData name="ajay poreddy" userId="a76d0cce41846b4c" providerId="LiveId" clId="{11ED0A1D-6224-47A1-A6C6-0C08927262B0}" dt="2024-02-27T05:27:44.566" v="602" actId="26606"/>
          <ac:picMkLst>
            <pc:docMk/>
            <pc:sldMk cId="4047223822" sldId="260"/>
            <ac:picMk id="33" creationId="{3BF05411-EA84-7896-AA15-CC06F425EEAA}"/>
          </ac:picMkLst>
        </pc:picChg>
        <pc:picChg chg="add del">
          <ac:chgData name="ajay poreddy" userId="a76d0cce41846b4c" providerId="LiveId" clId="{11ED0A1D-6224-47A1-A6C6-0C08927262B0}" dt="2024-02-27T05:29:46.890" v="649" actId="26606"/>
          <ac:picMkLst>
            <pc:docMk/>
            <pc:sldMk cId="4047223822" sldId="260"/>
            <ac:picMk id="38" creationId="{4392FAA6-9C6D-E1FD-9097-39D418BF2B1E}"/>
          </ac:picMkLst>
        </pc:picChg>
        <pc:picChg chg="add del">
          <ac:chgData name="ajay poreddy" userId="a76d0cce41846b4c" providerId="LiveId" clId="{11ED0A1D-6224-47A1-A6C6-0C08927262B0}" dt="2024-02-27T05:28:03.591" v="610" actId="26606"/>
          <ac:picMkLst>
            <pc:docMk/>
            <pc:sldMk cId="4047223822" sldId="260"/>
            <ac:picMk id="46" creationId="{4C84FCD9-0E8C-17DD-4064-356AB6A3FAE7}"/>
          </ac:picMkLst>
        </pc:picChg>
        <pc:picChg chg="add del">
          <ac:chgData name="ajay poreddy" userId="a76d0cce41846b4c" providerId="LiveId" clId="{11ED0A1D-6224-47A1-A6C6-0C08927262B0}" dt="2024-02-27T05:30:22.662" v="655" actId="26606"/>
          <ac:picMkLst>
            <pc:docMk/>
            <pc:sldMk cId="4047223822" sldId="260"/>
            <ac:picMk id="50" creationId="{44C4DD22-7BDB-D03E-2423-A12EA6E6DD74}"/>
          </ac:picMkLst>
        </pc:picChg>
        <pc:picChg chg="add del">
          <ac:chgData name="ajay poreddy" userId="a76d0cce41846b4c" providerId="LiveId" clId="{11ED0A1D-6224-47A1-A6C6-0C08927262B0}" dt="2024-02-27T05:28:07.146" v="612" actId="26606"/>
          <ac:picMkLst>
            <pc:docMk/>
            <pc:sldMk cId="4047223822" sldId="260"/>
            <ac:picMk id="52" creationId="{A63B2B49-E81F-03BE-BD82-106B8D616C36}"/>
          </ac:picMkLst>
        </pc:picChg>
        <pc:picChg chg="add del">
          <ac:chgData name="ajay poreddy" userId="a76d0cce41846b4c" providerId="LiveId" clId="{11ED0A1D-6224-47A1-A6C6-0C08927262B0}" dt="2024-02-27T05:28:19.054" v="614" actId="26606"/>
          <ac:picMkLst>
            <pc:docMk/>
            <pc:sldMk cId="4047223822" sldId="260"/>
            <ac:picMk id="59" creationId="{6E28F2B5-C677-56E5-EC90-080E360FDD21}"/>
          </ac:picMkLst>
        </pc:picChg>
        <pc:picChg chg="add del">
          <ac:chgData name="ajay poreddy" userId="a76d0cce41846b4c" providerId="LiveId" clId="{11ED0A1D-6224-47A1-A6C6-0C08927262B0}" dt="2024-02-27T05:28:19.845" v="616" actId="26606"/>
          <ac:picMkLst>
            <pc:docMk/>
            <pc:sldMk cId="4047223822" sldId="260"/>
            <ac:picMk id="64" creationId="{22789DBB-9079-C81C-BFC1-FFA6D9CFCC9B}"/>
          </ac:picMkLst>
        </pc:picChg>
        <pc:picChg chg="add del">
          <ac:chgData name="ajay poreddy" userId="a76d0cce41846b4c" providerId="LiveId" clId="{11ED0A1D-6224-47A1-A6C6-0C08927262B0}" dt="2024-02-27T05:30:35.337" v="657" actId="26606"/>
          <ac:picMkLst>
            <pc:docMk/>
            <pc:sldMk cId="4047223822" sldId="260"/>
            <ac:picMk id="77" creationId="{4392FAA6-9C6D-E1FD-9097-39D418BF2B1E}"/>
          </ac:picMkLst>
        </pc:picChg>
        <pc:picChg chg="add del">
          <ac:chgData name="ajay poreddy" userId="a76d0cce41846b4c" providerId="LiveId" clId="{11ED0A1D-6224-47A1-A6C6-0C08927262B0}" dt="2024-02-27T05:30:49.398" v="659" actId="26606"/>
          <ac:picMkLst>
            <pc:docMk/>
            <pc:sldMk cId="4047223822" sldId="260"/>
            <ac:picMk id="81" creationId="{44C4DD22-7BDB-D03E-2423-A12EA6E6DD74}"/>
          </ac:picMkLst>
        </pc:picChg>
        <pc:picChg chg="add del">
          <ac:chgData name="ajay poreddy" userId="a76d0cce41846b4c" providerId="LiveId" clId="{11ED0A1D-6224-47A1-A6C6-0C08927262B0}" dt="2024-02-27T05:28:40.009" v="624" actId="26606"/>
          <ac:picMkLst>
            <pc:docMk/>
            <pc:sldMk cId="4047223822" sldId="260"/>
            <ac:picMk id="88" creationId="{D8BACB0D-9057-09EE-A6C1-E7361C806C2E}"/>
          </ac:picMkLst>
        </pc:picChg>
        <pc:picChg chg="add del mod">
          <ac:chgData name="ajay poreddy" userId="a76d0cce41846b4c" providerId="LiveId" clId="{11ED0A1D-6224-47A1-A6C6-0C08927262B0}" dt="2024-02-27T05:29:13.432" v="640" actId="26606"/>
          <ac:picMkLst>
            <pc:docMk/>
            <pc:sldMk cId="4047223822" sldId="260"/>
            <ac:picMk id="94" creationId="{E4CBE86F-F8DB-4930-C295-E07FBE58180A}"/>
          </ac:picMkLst>
        </pc:picChg>
        <pc:cxnChg chg="add del">
          <ac:chgData name="ajay poreddy" userId="a76d0cce41846b4c" providerId="LiveId" clId="{11ED0A1D-6224-47A1-A6C6-0C08927262B0}" dt="2024-02-27T05:28:19.845" v="616" actId="26606"/>
          <ac:cxnSpMkLst>
            <pc:docMk/>
            <pc:sldMk cId="4047223822" sldId="260"/>
            <ac:cxnSpMk id="62" creationId="{1503BFE4-729B-D9D0-C17B-501E6AF1127A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1662A1-0804-45DF-A1E4-E84391350EC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A84B0B1-FEB8-4C5B-8831-4C6E6E9041A2}">
      <dgm:prSet/>
      <dgm:spPr/>
      <dgm:t>
        <a:bodyPr/>
        <a:lstStyle/>
        <a:p>
          <a:r>
            <a:rPr lang="en-US"/>
            <a:t>The wine quality-red dataset comprises various chemical properties of red wine samples.</a:t>
          </a:r>
        </a:p>
      </dgm:t>
    </dgm:pt>
    <dgm:pt modelId="{959A05FD-EAE8-4223-A8F0-644CE64DBFC6}" type="parTrans" cxnId="{3B20DD5F-AFBC-4396-8D24-75D700CA7F76}">
      <dgm:prSet/>
      <dgm:spPr/>
      <dgm:t>
        <a:bodyPr/>
        <a:lstStyle/>
        <a:p>
          <a:endParaRPr lang="en-US"/>
        </a:p>
      </dgm:t>
    </dgm:pt>
    <dgm:pt modelId="{8E10D337-5643-4D4B-AA2E-F5E0273D1C43}" type="sibTrans" cxnId="{3B20DD5F-AFBC-4396-8D24-75D700CA7F76}">
      <dgm:prSet phldrT="1"/>
      <dgm:spPr/>
      <dgm:t>
        <a:bodyPr/>
        <a:lstStyle/>
        <a:p>
          <a:r>
            <a:rPr lang="en-US"/>
            <a:t>Overview</a:t>
          </a:r>
          <a:endParaRPr lang="en-US" dirty="0"/>
        </a:p>
      </dgm:t>
    </dgm:pt>
    <dgm:pt modelId="{675451C1-6920-4EAD-9EE7-084146006BBA}">
      <dgm:prSet/>
      <dgm:spPr/>
      <dgm:t>
        <a:bodyPr/>
        <a:lstStyle/>
        <a:p>
          <a:r>
            <a:rPr lang="en-US"/>
            <a:t>The analysis aims to understand the factors contributing to the quality of red wine</a:t>
          </a:r>
        </a:p>
      </dgm:t>
    </dgm:pt>
    <dgm:pt modelId="{114DC165-8586-4D2A-8FEB-D9F2E30D074A}" type="parTrans" cxnId="{32DCD2FD-9942-4E78-BFE8-0377A3DEA3B5}">
      <dgm:prSet/>
      <dgm:spPr/>
      <dgm:t>
        <a:bodyPr/>
        <a:lstStyle/>
        <a:p>
          <a:endParaRPr lang="en-US"/>
        </a:p>
      </dgm:t>
    </dgm:pt>
    <dgm:pt modelId="{EE585439-85E1-4E77-A0A9-2158D9636042}" type="sibTrans" cxnId="{32DCD2FD-9942-4E78-BFE8-0377A3DEA3B5}">
      <dgm:prSet phldrT="2"/>
      <dgm:spPr/>
      <dgm:t>
        <a:bodyPr/>
        <a:lstStyle/>
        <a:p>
          <a:r>
            <a:rPr lang="en-US"/>
            <a:t>Purpose of Analysis</a:t>
          </a:r>
          <a:endParaRPr lang="en-US" dirty="0"/>
        </a:p>
      </dgm:t>
    </dgm:pt>
    <dgm:pt modelId="{39B063A6-99EF-46AD-AE67-788724BC1A58}">
      <dgm:prSet/>
      <dgm:spPr/>
      <dgm:t>
        <a:bodyPr/>
        <a:lstStyle/>
        <a:p>
          <a:r>
            <a:rPr lang="en-US"/>
            <a:t>Understanding the attributes impacting wine quality is crucial for the wine production industry.</a:t>
          </a:r>
        </a:p>
      </dgm:t>
    </dgm:pt>
    <dgm:pt modelId="{06771089-9CCC-4133-94AE-70F7231A88DB}" type="parTrans" cxnId="{91ECBD54-0EC9-40ED-B454-D6779E8DF607}">
      <dgm:prSet/>
      <dgm:spPr/>
      <dgm:t>
        <a:bodyPr/>
        <a:lstStyle/>
        <a:p>
          <a:endParaRPr lang="en-US"/>
        </a:p>
      </dgm:t>
    </dgm:pt>
    <dgm:pt modelId="{B9B31BCF-A5DD-4035-B6A9-2D136755B694}" type="sibTrans" cxnId="{91ECBD54-0EC9-40ED-B454-D6779E8DF607}">
      <dgm:prSet phldrT="3"/>
      <dgm:spPr/>
      <dgm:t>
        <a:bodyPr/>
        <a:lstStyle/>
        <a:p>
          <a:endParaRPr lang="en-US" dirty="0"/>
        </a:p>
      </dgm:t>
    </dgm:pt>
    <dgm:pt modelId="{5872A3AF-445D-4B0A-AEE4-06E7D8F7B203}" type="pres">
      <dgm:prSet presAssocID="{361662A1-0804-45DF-A1E4-E84391350ECD}" presName="outerComposite" presStyleCnt="0">
        <dgm:presLayoutVars>
          <dgm:chMax val="5"/>
          <dgm:dir/>
          <dgm:resizeHandles val="exact"/>
        </dgm:presLayoutVars>
      </dgm:prSet>
      <dgm:spPr/>
    </dgm:pt>
    <dgm:pt modelId="{0BC6E2B9-4A1D-42AE-9D89-E823B2A477D2}" type="pres">
      <dgm:prSet presAssocID="{361662A1-0804-45DF-A1E4-E84391350ECD}" presName="dummyMaxCanvas" presStyleCnt="0">
        <dgm:presLayoutVars/>
      </dgm:prSet>
      <dgm:spPr/>
    </dgm:pt>
    <dgm:pt modelId="{4D5F7925-AFEF-4931-BAD6-7B841B040E3D}" type="pres">
      <dgm:prSet presAssocID="{361662A1-0804-45DF-A1E4-E84391350ECD}" presName="ThreeNodes_1" presStyleLbl="node1" presStyleIdx="0" presStyleCnt="3">
        <dgm:presLayoutVars>
          <dgm:bulletEnabled val="1"/>
        </dgm:presLayoutVars>
      </dgm:prSet>
      <dgm:spPr/>
    </dgm:pt>
    <dgm:pt modelId="{F3CD27B7-45FF-4927-B7B6-1F5E840C2E0E}" type="pres">
      <dgm:prSet presAssocID="{361662A1-0804-45DF-A1E4-E84391350ECD}" presName="ThreeNodes_2" presStyleLbl="node1" presStyleIdx="1" presStyleCnt="3">
        <dgm:presLayoutVars>
          <dgm:bulletEnabled val="1"/>
        </dgm:presLayoutVars>
      </dgm:prSet>
      <dgm:spPr/>
    </dgm:pt>
    <dgm:pt modelId="{B97B7ACA-578E-44FF-9A38-24A2163C2A07}" type="pres">
      <dgm:prSet presAssocID="{361662A1-0804-45DF-A1E4-E84391350ECD}" presName="ThreeNodes_3" presStyleLbl="node1" presStyleIdx="2" presStyleCnt="3">
        <dgm:presLayoutVars>
          <dgm:bulletEnabled val="1"/>
        </dgm:presLayoutVars>
      </dgm:prSet>
      <dgm:spPr/>
    </dgm:pt>
    <dgm:pt modelId="{C8F63BD2-4535-4736-ADD4-0C8982E7C3E8}" type="pres">
      <dgm:prSet presAssocID="{361662A1-0804-45DF-A1E4-E84391350ECD}" presName="ThreeConn_1-2" presStyleLbl="fgAccFollowNode1" presStyleIdx="0" presStyleCnt="2">
        <dgm:presLayoutVars>
          <dgm:bulletEnabled val="1"/>
        </dgm:presLayoutVars>
      </dgm:prSet>
      <dgm:spPr/>
    </dgm:pt>
    <dgm:pt modelId="{ABCA482E-F42D-408F-B937-B47EA3FAA85F}" type="pres">
      <dgm:prSet presAssocID="{361662A1-0804-45DF-A1E4-E84391350ECD}" presName="ThreeConn_2-3" presStyleLbl="fgAccFollowNode1" presStyleIdx="1" presStyleCnt="2">
        <dgm:presLayoutVars>
          <dgm:bulletEnabled val="1"/>
        </dgm:presLayoutVars>
      </dgm:prSet>
      <dgm:spPr/>
    </dgm:pt>
    <dgm:pt modelId="{382B4EA0-4F9D-4AD7-9BAA-AED5795C2091}" type="pres">
      <dgm:prSet presAssocID="{361662A1-0804-45DF-A1E4-E84391350ECD}" presName="ThreeNodes_1_text" presStyleLbl="node1" presStyleIdx="2" presStyleCnt="3">
        <dgm:presLayoutVars>
          <dgm:bulletEnabled val="1"/>
        </dgm:presLayoutVars>
      </dgm:prSet>
      <dgm:spPr/>
    </dgm:pt>
    <dgm:pt modelId="{F16AA610-56CE-4D2F-BAD6-4E1B73308CDA}" type="pres">
      <dgm:prSet presAssocID="{361662A1-0804-45DF-A1E4-E84391350ECD}" presName="ThreeNodes_2_text" presStyleLbl="node1" presStyleIdx="2" presStyleCnt="3">
        <dgm:presLayoutVars>
          <dgm:bulletEnabled val="1"/>
        </dgm:presLayoutVars>
      </dgm:prSet>
      <dgm:spPr/>
    </dgm:pt>
    <dgm:pt modelId="{3B9E3A0E-E1C3-48BB-8F0F-A412A4FB81B7}" type="pres">
      <dgm:prSet presAssocID="{361662A1-0804-45DF-A1E4-E84391350EC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B3F4500-FC75-4011-9B9D-F32FAFFF7490}" type="presOf" srcId="{2A84B0B1-FEB8-4C5B-8831-4C6E6E9041A2}" destId="{382B4EA0-4F9D-4AD7-9BAA-AED5795C2091}" srcOrd="1" destOrd="0" presId="urn:microsoft.com/office/officeart/2005/8/layout/vProcess5"/>
    <dgm:cxn modelId="{F127833C-451D-477A-9B4F-E23724D53747}" type="presOf" srcId="{EE585439-85E1-4E77-A0A9-2158D9636042}" destId="{ABCA482E-F42D-408F-B937-B47EA3FAA85F}" srcOrd="0" destOrd="0" presId="urn:microsoft.com/office/officeart/2005/8/layout/vProcess5"/>
    <dgm:cxn modelId="{CBBECA3D-6155-4107-BCC5-90E3E733D2C0}" type="presOf" srcId="{8E10D337-5643-4D4B-AA2E-F5E0273D1C43}" destId="{C8F63BD2-4535-4736-ADD4-0C8982E7C3E8}" srcOrd="0" destOrd="0" presId="urn:microsoft.com/office/officeart/2005/8/layout/vProcess5"/>
    <dgm:cxn modelId="{3B20DD5F-AFBC-4396-8D24-75D700CA7F76}" srcId="{361662A1-0804-45DF-A1E4-E84391350ECD}" destId="{2A84B0B1-FEB8-4C5B-8831-4C6E6E9041A2}" srcOrd="0" destOrd="0" parTransId="{959A05FD-EAE8-4223-A8F0-644CE64DBFC6}" sibTransId="{8E10D337-5643-4D4B-AA2E-F5E0273D1C43}"/>
    <dgm:cxn modelId="{870D4342-3954-409F-8A2A-95D1C542A234}" type="presOf" srcId="{39B063A6-99EF-46AD-AE67-788724BC1A58}" destId="{3B9E3A0E-E1C3-48BB-8F0F-A412A4FB81B7}" srcOrd="1" destOrd="0" presId="urn:microsoft.com/office/officeart/2005/8/layout/vProcess5"/>
    <dgm:cxn modelId="{F4FFEF43-8343-4FD5-9175-B65A94295D78}" type="presOf" srcId="{2A84B0B1-FEB8-4C5B-8831-4C6E6E9041A2}" destId="{4D5F7925-AFEF-4931-BAD6-7B841B040E3D}" srcOrd="0" destOrd="0" presId="urn:microsoft.com/office/officeart/2005/8/layout/vProcess5"/>
    <dgm:cxn modelId="{4C711051-D52B-4651-AAF2-7FEB9BC636A5}" type="presOf" srcId="{675451C1-6920-4EAD-9EE7-084146006BBA}" destId="{F16AA610-56CE-4D2F-BAD6-4E1B73308CDA}" srcOrd="1" destOrd="0" presId="urn:microsoft.com/office/officeart/2005/8/layout/vProcess5"/>
    <dgm:cxn modelId="{91ECBD54-0EC9-40ED-B454-D6779E8DF607}" srcId="{361662A1-0804-45DF-A1E4-E84391350ECD}" destId="{39B063A6-99EF-46AD-AE67-788724BC1A58}" srcOrd="2" destOrd="0" parTransId="{06771089-9CCC-4133-94AE-70F7231A88DB}" sibTransId="{B9B31BCF-A5DD-4035-B6A9-2D136755B694}"/>
    <dgm:cxn modelId="{63B7B785-9564-4562-8955-3E4988FF8948}" type="presOf" srcId="{39B063A6-99EF-46AD-AE67-788724BC1A58}" destId="{B97B7ACA-578E-44FF-9A38-24A2163C2A07}" srcOrd="0" destOrd="0" presId="urn:microsoft.com/office/officeart/2005/8/layout/vProcess5"/>
    <dgm:cxn modelId="{240893B3-D5E9-48B0-AEEC-D1A9C386630E}" type="presOf" srcId="{675451C1-6920-4EAD-9EE7-084146006BBA}" destId="{F3CD27B7-45FF-4927-B7B6-1F5E840C2E0E}" srcOrd="0" destOrd="0" presId="urn:microsoft.com/office/officeart/2005/8/layout/vProcess5"/>
    <dgm:cxn modelId="{57E79BE8-D4B5-47B9-B545-E7F08C6B2BE4}" type="presOf" srcId="{361662A1-0804-45DF-A1E4-E84391350ECD}" destId="{5872A3AF-445D-4B0A-AEE4-06E7D8F7B203}" srcOrd="0" destOrd="0" presId="urn:microsoft.com/office/officeart/2005/8/layout/vProcess5"/>
    <dgm:cxn modelId="{32DCD2FD-9942-4E78-BFE8-0377A3DEA3B5}" srcId="{361662A1-0804-45DF-A1E4-E84391350ECD}" destId="{675451C1-6920-4EAD-9EE7-084146006BBA}" srcOrd="1" destOrd="0" parTransId="{114DC165-8586-4D2A-8FEB-D9F2E30D074A}" sibTransId="{EE585439-85E1-4E77-A0A9-2158D9636042}"/>
    <dgm:cxn modelId="{320D2C46-4E19-424F-8294-8C77378A0BDF}" type="presParOf" srcId="{5872A3AF-445D-4B0A-AEE4-06E7D8F7B203}" destId="{0BC6E2B9-4A1D-42AE-9D89-E823B2A477D2}" srcOrd="0" destOrd="0" presId="urn:microsoft.com/office/officeart/2005/8/layout/vProcess5"/>
    <dgm:cxn modelId="{F27D4653-EB51-4F3B-A41D-64ED784D998D}" type="presParOf" srcId="{5872A3AF-445D-4B0A-AEE4-06E7D8F7B203}" destId="{4D5F7925-AFEF-4931-BAD6-7B841B040E3D}" srcOrd="1" destOrd="0" presId="urn:microsoft.com/office/officeart/2005/8/layout/vProcess5"/>
    <dgm:cxn modelId="{9649E271-C529-403D-9630-452AB36E108E}" type="presParOf" srcId="{5872A3AF-445D-4B0A-AEE4-06E7D8F7B203}" destId="{F3CD27B7-45FF-4927-B7B6-1F5E840C2E0E}" srcOrd="2" destOrd="0" presId="urn:microsoft.com/office/officeart/2005/8/layout/vProcess5"/>
    <dgm:cxn modelId="{DED83BF6-90E6-4C53-8DC0-0A61E1E5A157}" type="presParOf" srcId="{5872A3AF-445D-4B0A-AEE4-06E7D8F7B203}" destId="{B97B7ACA-578E-44FF-9A38-24A2163C2A07}" srcOrd="3" destOrd="0" presId="urn:microsoft.com/office/officeart/2005/8/layout/vProcess5"/>
    <dgm:cxn modelId="{0656C2F1-3235-4B95-8491-12B4132CBCC4}" type="presParOf" srcId="{5872A3AF-445D-4B0A-AEE4-06E7D8F7B203}" destId="{C8F63BD2-4535-4736-ADD4-0C8982E7C3E8}" srcOrd="4" destOrd="0" presId="urn:microsoft.com/office/officeart/2005/8/layout/vProcess5"/>
    <dgm:cxn modelId="{D22AB5CD-3141-42A3-83B2-9E802D5E8940}" type="presParOf" srcId="{5872A3AF-445D-4B0A-AEE4-06E7D8F7B203}" destId="{ABCA482E-F42D-408F-B937-B47EA3FAA85F}" srcOrd="5" destOrd="0" presId="urn:microsoft.com/office/officeart/2005/8/layout/vProcess5"/>
    <dgm:cxn modelId="{D95D78C8-804F-455D-A1C1-DA477AAA7765}" type="presParOf" srcId="{5872A3AF-445D-4B0A-AEE4-06E7D8F7B203}" destId="{382B4EA0-4F9D-4AD7-9BAA-AED5795C2091}" srcOrd="6" destOrd="0" presId="urn:microsoft.com/office/officeart/2005/8/layout/vProcess5"/>
    <dgm:cxn modelId="{6A275D5B-9163-47D1-99A0-475C54B22D3E}" type="presParOf" srcId="{5872A3AF-445D-4B0A-AEE4-06E7D8F7B203}" destId="{F16AA610-56CE-4D2F-BAD6-4E1B73308CDA}" srcOrd="7" destOrd="0" presId="urn:microsoft.com/office/officeart/2005/8/layout/vProcess5"/>
    <dgm:cxn modelId="{424CCFBF-7C67-496A-AB83-D2D0F23F9250}" type="presParOf" srcId="{5872A3AF-445D-4B0A-AEE4-06E7D8F7B203}" destId="{3B9E3A0E-E1C3-48BB-8F0F-A412A4FB81B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F7925-AFEF-4931-BAD6-7B841B040E3D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wine quality-red dataset comprises various chemical properties of red wine samples.</a:t>
          </a:r>
        </a:p>
      </dsp:txBody>
      <dsp:txXfrm>
        <a:off x="38234" y="38234"/>
        <a:ext cx="7529629" cy="1228933"/>
      </dsp:txXfrm>
    </dsp:sp>
    <dsp:sp modelId="{F3CD27B7-45FF-4927-B7B6-1F5E840C2E0E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analysis aims to understand the factors contributing to the quality of red wine</a:t>
          </a:r>
        </a:p>
      </dsp:txBody>
      <dsp:txXfrm>
        <a:off x="826903" y="1561202"/>
        <a:ext cx="7224611" cy="1228933"/>
      </dsp:txXfrm>
    </dsp:sp>
    <dsp:sp modelId="{B97B7ACA-578E-44FF-9A38-24A2163C2A07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Understanding the attributes impacting wine quality is crucial for the wine production industry.</a:t>
          </a:r>
        </a:p>
      </dsp:txBody>
      <dsp:txXfrm>
        <a:off x="1615573" y="3084170"/>
        <a:ext cx="7224611" cy="1228933"/>
      </dsp:txXfrm>
    </dsp:sp>
    <dsp:sp modelId="{C8F63BD2-4535-4736-ADD4-0C8982E7C3E8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Overview</a:t>
          </a:r>
          <a:endParaRPr lang="en-US" sz="800" kern="1200" dirty="0"/>
        </a:p>
      </dsp:txBody>
      <dsp:txXfrm>
        <a:off x="8280664" y="989929"/>
        <a:ext cx="466680" cy="638504"/>
      </dsp:txXfrm>
    </dsp:sp>
    <dsp:sp modelId="{ABCA482E-F42D-408F-B937-B47EA3FAA85F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Purpose of Analysis</a:t>
          </a:r>
          <a:endParaRPr lang="en-US" sz="900" kern="1200" dirty="0"/>
        </a:p>
      </dsp:txBody>
      <dsp:txXfrm>
        <a:off x="9069334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9C570-A7C2-D1CF-D5F4-424506649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001BE-B325-F823-E7E8-684164D6F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30F7-2A91-D8E0-3875-9C433E538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C722-DE11-2A10-4973-15A7ADA6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F6555-D68C-4312-3825-BF5027A2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6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5123-D7F3-B67A-5AE0-90538101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A51F-5117-1877-CE89-F2755C236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B3048-1ED6-7776-4917-2F81CB1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AB1A4-9573-80AA-4AAC-A64BF832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BD9CB-7012-D426-C21C-EAF84BD5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D95-8D43-46BD-16B0-0AA7755A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BADC3-AF0B-19C8-F7F4-04AB9D366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45C0B-8F44-B52A-F2AA-55E7CA34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8AA28-6039-658C-6801-AF1F4BF3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7E802-E98B-7D83-6329-DAFE8798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3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4039-6A12-2AA1-F076-91ED8E9C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7AA3-ABF1-1076-9273-CAC716B0B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74B71-54D2-1CBE-C1C1-D9B197925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F462B-CFB3-E323-DD1C-F5CD0F811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5F152-44F8-165F-B433-52F3FFA1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9CBF2-B2D9-6E0A-4B71-40897FA0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6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696B-4101-21D5-47D8-D33BD069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07D9A-D2FC-91CE-B5A9-A4B17E5F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AA364-191A-8B19-ECEF-9026A802D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BD10E-3A9B-20BE-BFCE-A47ACE9E4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34921-4972-ED44-0DB5-63FF6847C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6309C-27EE-20F0-F035-C70D2995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33699-6268-15B9-00C0-5F407EE4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0D8881-F10A-25FD-D1D9-F4B25B25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D165-802D-1BE5-4D35-13535E5C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8B3B7-5F8A-1FC7-49C5-EF1BF70A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91A52-F73C-62F9-9295-FC01312A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31C51-866F-5F52-5ADF-3DC802D8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4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3A82B-0996-0A4F-7615-FFECC9C4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37B04-BF03-8797-4228-DBC581D1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8874E-7546-0005-6B41-975CC85F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0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AA6D-FEF2-7A6F-14EE-5B5FF795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3324-D165-3938-11B5-D56C5A9B3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1E6F6-138F-7893-D689-9D3032113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82B98-8DC8-B8E5-DAD5-494B8A79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1FFC5-67F5-3F6A-079A-BE1F6A0D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8C724-3430-8794-52D3-4DDC4219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A7E8-82A4-40AD-7CE5-9653C79A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7E898-A2B5-551E-2B75-F727455DA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FE885-9CD6-D0A7-B8B6-90885F142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C1E1F-08F9-A095-8EBA-D254E0F0F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9BA1-015D-ECA9-609B-5362AA44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00F92-BEF5-C9E9-837A-2C940A18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1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F0F1-C1D4-E97A-F6BD-4C1FA6AE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964AA-0217-708E-D829-7E3C5124D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E0C2F-C36B-8999-62D5-1920FDD3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EFF9A-422D-4B99-B0EE-A1D4F82B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C3B46-8714-371B-13C4-24FEBCAC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8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B372BD-4E08-DA4E-9840-BAEC5DDFC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61235-9ED2-BCAF-F400-A4C581567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48621-B3A2-6698-1DF5-4AEEFAD6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A1086-520B-4781-C984-A216A041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E45E-CA81-2A6E-5D56-79F8DE94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0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D2704-7198-BFD1-1206-35A13FF1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5625A-F827-23EC-C81B-1C2E09CA8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2C2C1-8768-6607-3230-0227E348A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2A862-5BC7-4B78-98D4-2F019A130C4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8912-2A4D-D4E4-2CDD-3165838D1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FFB96-679E-12DF-558D-6B8FA1CDC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5F475-FB70-41F1-88C1-3A79FE456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7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uciml/red-wine-quality-cortez-et-al-2009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ine being poured into a glass&#10;&#10;Description automatically generated">
            <a:extLst>
              <a:ext uri="{FF2B5EF4-FFF2-40B4-BE49-F238E27FC236}">
                <a16:creationId xmlns:a16="http://schemas.microsoft.com/office/drawing/2014/main" id="{CDF9967A-092A-AC4A-BDC8-ED24E9EF41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89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53ED39-0917-DB92-DC0A-ED348147E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Wine quality-Red Dataset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09509-4DA7-2710-7B1D-5809E8950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</a:t>
            </a:r>
          </a:p>
          <a:p>
            <a:r>
              <a:rPr lang="en-US" dirty="0">
                <a:solidFill>
                  <a:schemeClr val="bg1"/>
                </a:solidFill>
              </a:rPr>
              <a:t>Ajay Kumar Reddy Poreddy</a:t>
            </a:r>
          </a:p>
          <a:p>
            <a:r>
              <a:rPr lang="en-US" dirty="0">
                <a:solidFill>
                  <a:schemeClr val="bg1"/>
                </a:solidFill>
              </a:rPr>
              <a:t>2247259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0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254" descr="A close-up of several blue paper&#10;&#10;Description automatically generated">
            <a:extLst>
              <a:ext uri="{FF2B5EF4-FFF2-40B4-BE49-F238E27FC236}">
                <a16:creationId xmlns:a16="http://schemas.microsoft.com/office/drawing/2014/main" id="{CFDDD64C-41A2-E537-6FD6-75A2411852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59" name="Rectangle 25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E43618-8BED-444F-C74C-A42D0F7C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AD0EC42-DC77-D482-C9FF-A200BF4EF3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0611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2095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78C234F0-5BD5-523C-FF1E-C9E539F29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219"/>
            <a:ext cx="11277600" cy="48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ED18-E5FD-108D-B379-4ED89A1EA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Attributes and Analysis</a:t>
            </a:r>
          </a:p>
        </p:txBody>
      </p:sp>
      <p:pic>
        <p:nvPicPr>
          <p:cNvPr id="18" name="Picture 17" descr="Molecules">
            <a:extLst>
              <a:ext uri="{FF2B5EF4-FFF2-40B4-BE49-F238E27FC236}">
                <a16:creationId xmlns:a16="http://schemas.microsoft.com/office/drawing/2014/main" id="{02DE0CAA-EC1E-F771-F9A8-C26320888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42" r="15620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945CFE0-67BF-191A-C63B-CD46101AB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 dirty="0"/>
              <a:t>In the dataset the independent variables are fixed acidity , volatile acidity , citric acid , residual sugar , chlorides, free sulfur dioxide , total sulfur dioxide , density , pH , sulphates , alcohol .</a:t>
            </a:r>
          </a:p>
          <a:p>
            <a:r>
              <a:rPr lang="en-US" sz="2000" dirty="0"/>
              <a:t>The dependent variable is quality.</a:t>
            </a:r>
          </a:p>
          <a:p>
            <a:r>
              <a:rPr lang="en-US" sz="2000" dirty="0"/>
              <a:t>It consists of 1599 rows and  12 columns.</a:t>
            </a:r>
          </a:p>
          <a:p>
            <a:r>
              <a:rPr lang="en-US" sz="2000" dirty="0"/>
              <a:t>Source of the dataset: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>
                <a:hlinkClick r:id="rId3"/>
              </a:rPr>
              <a:t>https://www.kaggle.com/datasets/uciml/red-wine-quality-cortez-et-al-2009 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336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834E2-55E3-85AE-270D-1128FE29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pic>
        <p:nvPicPr>
          <p:cNvPr id="30" name="Picture 29" descr="White bulbs with a yellow one standing out">
            <a:extLst>
              <a:ext uri="{FF2B5EF4-FFF2-40B4-BE49-F238E27FC236}">
                <a16:creationId xmlns:a16="http://schemas.microsoft.com/office/drawing/2014/main" id="{FB424E9B-4BE6-04E4-AE6A-D2D78B7B69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99" r="35269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9654F-7435-23FC-130E-93A287F3C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/>
              <a:t>Certain chemical properties significantly impact the quality of red wine, providing valuable insights for the industry.</a:t>
            </a:r>
          </a:p>
          <a:p>
            <a:endParaRPr lang="en-US" sz="2200"/>
          </a:p>
          <a:p>
            <a:endParaRPr lang="en-US" sz="2200"/>
          </a:p>
          <a:p>
            <a:r>
              <a:rPr lang="en-US" sz="2200"/>
              <a:t>The findings can be utilized to optimize wine production processes and ensure consistent quality.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47223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163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Wine quality-Red Dataset Analysis</vt:lpstr>
      <vt:lpstr>INTRODUCTION</vt:lpstr>
      <vt:lpstr>PowerPoint Presentation</vt:lpstr>
      <vt:lpstr>Attributes and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quality-Red Dataset Analysis</dc:title>
  <dc:creator>ajay poreddy</dc:creator>
  <cp:lastModifiedBy>ajay poreddy</cp:lastModifiedBy>
  <cp:revision>1</cp:revision>
  <dcterms:created xsi:type="dcterms:W3CDTF">2024-02-27T03:51:18Z</dcterms:created>
  <dcterms:modified xsi:type="dcterms:W3CDTF">2024-02-27T05:41:51Z</dcterms:modified>
</cp:coreProperties>
</file>